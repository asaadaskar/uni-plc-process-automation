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6" r:id="rId3"/>
    <p:sldMasterId id="2147483684" r:id="rId4"/>
  </p:sldMasterIdLst>
  <p:notesMasterIdLst>
    <p:notesMasterId r:id="rId6"/>
  </p:notesMasterIdLst>
  <p:sldIdLst>
    <p:sldId id="256" r:id="rId5"/>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Lst>
  <p:sldSz cx="12192000" cy="6858000"/>
  <p:notesSz cx="6858000" cy="9144000"/>
  <p:embeddedFontLst>
    <p:embeddedFont>
      <p:font typeface="Century Gothic" panose="020B0502020202020204"/>
      <p:regular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4C88219-2242-4F18-A81B-863A7EF8E879}" styleName="Table_0">
    <a:wholeTbl>
      <a:tcTxStyle>
        <a:font>
          <a:latin typeface="Century Gothic"/>
          <a:ea typeface="Century Gothic"/>
          <a:cs typeface="Century Gothic"/>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Style>
        <a:tcBdr/>
        <a:fill>
          <a:solidFill>
            <a:srgbClr val="E6E6E6"/>
          </a:solidFill>
        </a:fill>
      </a:tcStyle>
    </a:band1H>
    <a:band2H>
      <a:tcStyle>
        <a:tcBdr/>
      </a:tcStyle>
    </a:band2H>
    <a:band1V>
      <a:tcStyle>
        <a:tcBdr/>
        <a:fill>
          <a:solidFill>
            <a:srgbClr val="E6E6E6"/>
          </a:solidFill>
        </a:fill>
      </a:tcStyle>
    </a:band1V>
    <a:band2V>
      <a:tcStyle>
        <a:tcBdr/>
      </a:tcStyle>
    </a:band2V>
    <a:lastCol>
      <a:tcTxStyle b="on">
        <a:font>
          <a:latin typeface="Century Gothic"/>
          <a:ea typeface="Century Gothic"/>
          <a:cs typeface="Century Gothic"/>
        </a:font>
        <a:schemeClr val="lt1"/>
      </a:tcTxStyle>
      <a:tcStyle>
        <a:tcBdr/>
        <a:fill>
          <a:solidFill>
            <a:schemeClr val="accent1"/>
          </a:solidFill>
        </a:fill>
      </a:tcStyle>
    </a:lastCol>
    <a:firstCol>
      <a:tcTxStyle b="on">
        <a:font>
          <a:latin typeface="Century Gothic"/>
          <a:ea typeface="Century Gothic"/>
          <a:cs typeface="Century Gothic"/>
        </a:font>
        <a:schemeClr val="lt1"/>
      </a:tcTxStyle>
      <a:tcStyle>
        <a:tcBdr/>
        <a:fill>
          <a:solidFill>
            <a:schemeClr val="accent1"/>
          </a:solidFill>
        </a:fill>
      </a:tcStyle>
    </a:firstCol>
    <a:lastRow>
      <a:tcTxStyle b="on"/>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a:font>
          <a:latin typeface="Century Gothic"/>
          <a:ea typeface="Century Gothic"/>
          <a:cs typeface="Century Gothic"/>
        </a:font>
        <a:schemeClr val="dk1"/>
      </a:tcTxStyle>
      <a:tcStyle>
        <a:tcBdr/>
      </a:tcStyle>
    </a:seCell>
    <a:swCell>
      <a:tcTxStyle b="on">
        <a:font>
          <a:latin typeface="Century Gothic"/>
          <a:ea typeface="Century Gothic"/>
          <a:cs typeface="Century Gothic"/>
        </a:font>
        <a:schemeClr val="dk1"/>
      </a:tcTxStyle>
      <a:tcStyle>
        <a:tcBdr/>
      </a:tcStyle>
    </a:swCell>
    <a:firstRow>
      <a:tcTxStyle b="on">
        <a:font>
          <a:latin typeface="Century Gothic"/>
          <a:ea typeface="Century Gothic"/>
          <a:cs typeface="Century Gothic"/>
        </a:font>
        <a:schemeClr val="lt1"/>
      </a:tcTxStyle>
      <a:tcStyle>
        <a:tcBdr>
          <a:bottom>
            <a:ln w="25400" cap="flat" cmpd="sng">
              <a:solidFill>
                <a:schemeClr val="dk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9" Type="http://schemas.openxmlformats.org/officeDocument/2006/relationships/font" Target="fonts/font1.fntdata"/><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7" name="Shape 287"/>
        <p:cNvGrpSpPr/>
        <p:nvPr/>
      </p:nvGrpSpPr>
      <p:grpSpPr>
        <a:xfrm>
          <a:off x="0" y="0"/>
          <a:ext cx="0" cy="0"/>
          <a:chOff x="0" y="0"/>
          <a:chExt cx="0" cy="0"/>
        </a:xfrm>
      </p:grpSpPr>
      <p:sp>
        <p:nvSpPr>
          <p:cNvPr id="288" name="Google Shape;288;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9" name="Google Shape;289;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4" name="Shape 294"/>
        <p:cNvGrpSpPr/>
        <p:nvPr/>
      </p:nvGrpSpPr>
      <p:grpSpPr>
        <a:xfrm>
          <a:off x="0" y="0"/>
          <a:ext cx="0" cy="0"/>
          <a:chOff x="0" y="0"/>
          <a:chExt cx="0" cy="0"/>
        </a:xfrm>
      </p:grpSpPr>
      <p:sp>
        <p:nvSpPr>
          <p:cNvPr id="295" name="Google Shape;295;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6" name="Google Shape;296;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3" name="Shape 313"/>
        <p:cNvGrpSpPr/>
        <p:nvPr/>
      </p:nvGrpSpPr>
      <p:grpSpPr>
        <a:xfrm>
          <a:off x="0" y="0"/>
          <a:ext cx="0" cy="0"/>
          <a:chOff x="0" y="0"/>
          <a:chExt cx="0" cy="0"/>
        </a:xfrm>
      </p:grpSpPr>
      <p:sp>
        <p:nvSpPr>
          <p:cNvPr id="314" name="Google Shape;314;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5" name="Google Shape;315;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0" name="Shape 320"/>
        <p:cNvGrpSpPr/>
        <p:nvPr/>
      </p:nvGrpSpPr>
      <p:grpSpPr>
        <a:xfrm>
          <a:off x="0" y="0"/>
          <a:ext cx="0" cy="0"/>
          <a:chOff x="0" y="0"/>
          <a:chExt cx="0" cy="0"/>
        </a:xfrm>
      </p:grpSpPr>
      <p:sp>
        <p:nvSpPr>
          <p:cNvPr id="321" name="Google Shape;321;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2" name="Google Shape;322;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Google Shape;340;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1" name="Google Shape;341;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6" name="Shape 346"/>
        <p:cNvGrpSpPr/>
        <p:nvPr/>
      </p:nvGrpSpPr>
      <p:grpSpPr>
        <a:xfrm>
          <a:off x="0" y="0"/>
          <a:ext cx="0" cy="0"/>
          <a:chOff x="0" y="0"/>
          <a:chExt cx="0" cy="0"/>
        </a:xfrm>
      </p:grpSpPr>
      <p:sp>
        <p:nvSpPr>
          <p:cNvPr id="347" name="Google Shape;347;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8" name="Google Shape;348;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3" name="Shape 353"/>
        <p:cNvGrpSpPr/>
        <p:nvPr/>
      </p:nvGrpSpPr>
      <p:grpSpPr>
        <a:xfrm>
          <a:off x="0" y="0"/>
          <a:ext cx="0" cy="0"/>
          <a:chOff x="0" y="0"/>
          <a:chExt cx="0" cy="0"/>
        </a:xfrm>
      </p:grpSpPr>
      <p:sp>
        <p:nvSpPr>
          <p:cNvPr id="354" name="Google Shape;354;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5" name="Google Shape;355;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4" name="Shape 464"/>
        <p:cNvGrpSpPr/>
        <p:nvPr/>
      </p:nvGrpSpPr>
      <p:grpSpPr>
        <a:xfrm>
          <a:off x="0" y="0"/>
          <a:ext cx="0" cy="0"/>
          <a:chOff x="0" y="0"/>
          <a:chExt cx="0" cy="0"/>
        </a:xfrm>
      </p:grpSpPr>
      <p:sp>
        <p:nvSpPr>
          <p:cNvPr id="465" name="Google Shape;465;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66" name="Google Shape;466;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1" name="Shape 471"/>
        <p:cNvGrpSpPr/>
        <p:nvPr/>
      </p:nvGrpSpPr>
      <p:grpSpPr>
        <a:xfrm>
          <a:off x="0" y="0"/>
          <a:ext cx="0" cy="0"/>
          <a:chOff x="0" y="0"/>
          <a:chExt cx="0" cy="0"/>
        </a:xfrm>
      </p:grpSpPr>
      <p:sp>
        <p:nvSpPr>
          <p:cNvPr id="472" name="Google Shape;472;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73" name="Google Shape;473;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8" name="Shape 478"/>
        <p:cNvGrpSpPr/>
        <p:nvPr/>
      </p:nvGrpSpPr>
      <p:grpSpPr>
        <a:xfrm>
          <a:off x="0" y="0"/>
          <a:ext cx="0" cy="0"/>
          <a:chOff x="0" y="0"/>
          <a:chExt cx="0" cy="0"/>
        </a:xfrm>
      </p:grpSpPr>
      <p:sp>
        <p:nvSpPr>
          <p:cNvPr id="479" name="Google Shape;479;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80" name="Google Shape;480;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8" name="Shape 488"/>
        <p:cNvGrpSpPr/>
        <p:nvPr/>
      </p:nvGrpSpPr>
      <p:grpSpPr>
        <a:xfrm>
          <a:off x="0" y="0"/>
          <a:ext cx="0" cy="0"/>
          <a:chOff x="0" y="0"/>
          <a:chExt cx="0" cy="0"/>
        </a:xfrm>
      </p:grpSpPr>
      <p:sp>
        <p:nvSpPr>
          <p:cNvPr id="489" name="Google Shape;489;p1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0" name="Google Shape;490;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5" name="Shape 495"/>
        <p:cNvGrpSpPr/>
        <p:nvPr/>
      </p:nvGrpSpPr>
      <p:grpSpPr>
        <a:xfrm>
          <a:off x="0" y="0"/>
          <a:ext cx="0" cy="0"/>
          <a:chOff x="0" y="0"/>
          <a:chExt cx="0" cy="0"/>
        </a:xfrm>
      </p:grpSpPr>
      <p:sp>
        <p:nvSpPr>
          <p:cNvPr id="496" name="Google Shape;496;p1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7" name="Google Shape;497;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3" name="Shape 503"/>
        <p:cNvGrpSpPr/>
        <p:nvPr/>
      </p:nvGrpSpPr>
      <p:grpSpPr>
        <a:xfrm>
          <a:off x="0" y="0"/>
          <a:ext cx="0" cy="0"/>
          <a:chOff x="0" y="0"/>
          <a:chExt cx="0" cy="0"/>
        </a:xfrm>
      </p:grpSpPr>
      <p:sp>
        <p:nvSpPr>
          <p:cNvPr id="504" name="Google Shape;504;p1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05" name="Google Shape;505;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1" name="Shape 511"/>
        <p:cNvGrpSpPr/>
        <p:nvPr/>
      </p:nvGrpSpPr>
      <p:grpSpPr>
        <a:xfrm>
          <a:off x="0" y="0"/>
          <a:ext cx="0" cy="0"/>
          <a:chOff x="0" y="0"/>
          <a:chExt cx="0" cy="0"/>
        </a:xfrm>
      </p:grpSpPr>
      <p:sp>
        <p:nvSpPr>
          <p:cNvPr id="512" name="Google Shape;512;p1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13" name="Google Shape;513;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9" name="Shape 519"/>
        <p:cNvGrpSpPr/>
        <p:nvPr/>
      </p:nvGrpSpPr>
      <p:grpSpPr>
        <a:xfrm>
          <a:off x="0" y="0"/>
          <a:ext cx="0" cy="0"/>
          <a:chOff x="0" y="0"/>
          <a:chExt cx="0" cy="0"/>
        </a:xfrm>
      </p:grpSpPr>
      <p:sp>
        <p:nvSpPr>
          <p:cNvPr id="520" name="Google Shape;520;p1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21" name="Google Shape;521;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0" name="Shape 530"/>
        <p:cNvGrpSpPr/>
        <p:nvPr/>
      </p:nvGrpSpPr>
      <p:grpSpPr>
        <a:xfrm>
          <a:off x="0" y="0"/>
          <a:ext cx="0" cy="0"/>
          <a:chOff x="0" y="0"/>
          <a:chExt cx="0" cy="0"/>
        </a:xfrm>
      </p:grpSpPr>
      <p:sp>
        <p:nvSpPr>
          <p:cNvPr id="531" name="Google Shape;531;p1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32" name="Google Shape;532;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0" name="Shape 540"/>
        <p:cNvGrpSpPr/>
        <p:nvPr/>
      </p:nvGrpSpPr>
      <p:grpSpPr>
        <a:xfrm>
          <a:off x="0" y="0"/>
          <a:ext cx="0" cy="0"/>
          <a:chOff x="0" y="0"/>
          <a:chExt cx="0" cy="0"/>
        </a:xfrm>
      </p:grpSpPr>
      <p:sp>
        <p:nvSpPr>
          <p:cNvPr id="541" name="Google Shape;541;p1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42" name="Google Shape;542;p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0" name="Shape 550"/>
        <p:cNvGrpSpPr/>
        <p:nvPr/>
      </p:nvGrpSpPr>
      <p:grpSpPr>
        <a:xfrm>
          <a:off x="0" y="0"/>
          <a:ext cx="0" cy="0"/>
          <a:chOff x="0" y="0"/>
          <a:chExt cx="0" cy="0"/>
        </a:xfrm>
      </p:grpSpPr>
      <p:sp>
        <p:nvSpPr>
          <p:cNvPr id="551" name="Google Shape;551;p1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52" name="Google Shape;552;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8" name="Shape 558"/>
        <p:cNvGrpSpPr/>
        <p:nvPr/>
      </p:nvGrpSpPr>
      <p:grpSpPr>
        <a:xfrm>
          <a:off x="0" y="0"/>
          <a:ext cx="0" cy="0"/>
          <a:chOff x="0" y="0"/>
          <a:chExt cx="0" cy="0"/>
        </a:xfrm>
      </p:grpSpPr>
      <p:sp>
        <p:nvSpPr>
          <p:cNvPr id="559" name="Google Shape;559;p1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60" name="Google Shape;560;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9" name="Shape 569"/>
        <p:cNvGrpSpPr/>
        <p:nvPr/>
      </p:nvGrpSpPr>
      <p:grpSpPr>
        <a:xfrm>
          <a:off x="0" y="0"/>
          <a:ext cx="0" cy="0"/>
          <a:chOff x="0" y="0"/>
          <a:chExt cx="0" cy="0"/>
        </a:xfrm>
      </p:grpSpPr>
      <p:sp>
        <p:nvSpPr>
          <p:cNvPr id="570" name="Google Shape;570;p2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1" name="Google Shape;571;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 name="Shape 580"/>
        <p:cNvGrpSpPr/>
        <p:nvPr/>
      </p:nvGrpSpPr>
      <p:grpSpPr>
        <a:xfrm>
          <a:off x="0" y="0"/>
          <a:ext cx="0" cy="0"/>
          <a:chOff x="0" y="0"/>
          <a:chExt cx="0" cy="0"/>
        </a:xfrm>
      </p:grpSpPr>
      <p:sp>
        <p:nvSpPr>
          <p:cNvPr id="581" name="Google Shape;581;p2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82" name="Google Shape;582;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4" name="Shape 594"/>
        <p:cNvGrpSpPr/>
        <p:nvPr/>
      </p:nvGrpSpPr>
      <p:grpSpPr>
        <a:xfrm>
          <a:off x="0" y="0"/>
          <a:ext cx="0" cy="0"/>
          <a:chOff x="0" y="0"/>
          <a:chExt cx="0" cy="0"/>
        </a:xfrm>
      </p:grpSpPr>
      <p:sp>
        <p:nvSpPr>
          <p:cNvPr id="595" name="Google Shape;595;p2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96" name="Google Shape;596;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3" name="Shape 603"/>
        <p:cNvGrpSpPr/>
        <p:nvPr/>
      </p:nvGrpSpPr>
      <p:grpSpPr>
        <a:xfrm>
          <a:off x="0" y="0"/>
          <a:ext cx="0" cy="0"/>
          <a:chOff x="0" y="0"/>
          <a:chExt cx="0" cy="0"/>
        </a:xfrm>
      </p:grpSpPr>
      <p:sp>
        <p:nvSpPr>
          <p:cNvPr id="604" name="Google Shape;604;p2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5" name="Google Shape;605;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2" name="Shape 612"/>
        <p:cNvGrpSpPr/>
        <p:nvPr/>
      </p:nvGrpSpPr>
      <p:grpSpPr>
        <a:xfrm>
          <a:off x="0" y="0"/>
          <a:ext cx="0" cy="0"/>
          <a:chOff x="0" y="0"/>
          <a:chExt cx="0" cy="0"/>
        </a:xfrm>
      </p:grpSpPr>
      <p:sp>
        <p:nvSpPr>
          <p:cNvPr id="613" name="Google Shape;613;p2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4" name="Google Shape;614;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5" name="Shape 625"/>
        <p:cNvGrpSpPr/>
        <p:nvPr/>
      </p:nvGrpSpPr>
      <p:grpSpPr>
        <a:xfrm>
          <a:off x="0" y="0"/>
          <a:ext cx="0" cy="0"/>
          <a:chOff x="0" y="0"/>
          <a:chExt cx="0" cy="0"/>
        </a:xfrm>
      </p:grpSpPr>
      <p:sp>
        <p:nvSpPr>
          <p:cNvPr id="626" name="Google Shape;626;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7" name="Google Shape;627;p2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8" name="Google Shape;628;p2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8" name="Shape 638"/>
        <p:cNvGrpSpPr/>
        <p:nvPr/>
      </p:nvGrpSpPr>
      <p:grpSpPr>
        <a:xfrm>
          <a:off x="0" y="0"/>
          <a:ext cx="0" cy="0"/>
          <a:chOff x="0" y="0"/>
          <a:chExt cx="0" cy="0"/>
        </a:xfrm>
      </p:grpSpPr>
      <p:sp>
        <p:nvSpPr>
          <p:cNvPr id="639" name="Google Shape;639;p2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0" name="Google Shape;640;p2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7" name="Shape 647"/>
        <p:cNvGrpSpPr/>
        <p:nvPr/>
      </p:nvGrpSpPr>
      <p:grpSpPr>
        <a:xfrm>
          <a:off x="0" y="0"/>
          <a:ext cx="0" cy="0"/>
          <a:chOff x="0" y="0"/>
          <a:chExt cx="0" cy="0"/>
        </a:xfrm>
      </p:grpSpPr>
      <p:sp>
        <p:nvSpPr>
          <p:cNvPr id="648" name="Google Shape;648;p2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9" name="Google Shape;649;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5" name="Shape 655"/>
        <p:cNvGrpSpPr/>
        <p:nvPr/>
      </p:nvGrpSpPr>
      <p:grpSpPr>
        <a:xfrm>
          <a:off x="0" y="0"/>
          <a:ext cx="0" cy="0"/>
          <a:chOff x="0" y="0"/>
          <a:chExt cx="0" cy="0"/>
        </a:xfrm>
      </p:grpSpPr>
      <p:sp>
        <p:nvSpPr>
          <p:cNvPr id="656" name="Google Shape;656;p2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57" name="Google Shape;657;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5" name="Shape 665"/>
        <p:cNvGrpSpPr/>
        <p:nvPr/>
      </p:nvGrpSpPr>
      <p:grpSpPr>
        <a:xfrm>
          <a:off x="0" y="0"/>
          <a:ext cx="0" cy="0"/>
          <a:chOff x="0" y="0"/>
          <a:chExt cx="0" cy="0"/>
        </a:xfrm>
      </p:grpSpPr>
      <p:sp>
        <p:nvSpPr>
          <p:cNvPr id="666" name="Google Shape;666;p2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67" name="Google Shape;667;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4" name="Shape 674"/>
        <p:cNvGrpSpPr/>
        <p:nvPr/>
      </p:nvGrpSpPr>
      <p:grpSpPr>
        <a:xfrm>
          <a:off x="0" y="0"/>
          <a:ext cx="0" cy="0"/>
          <a:chOff x="0" y="0"/>
          <a:chExt cx="0" cy="0"/>
        </a:xfrm>
      </p:grpSpPr>
      <p:sp>
        <p:nvSpPr>
          <p:cNvPr id="675" name="Google Shape;675;p3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76" name="Google Shape;676;p3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1" name="Shape 681"/>
        <p:cNvGrpSpPr/>
        <p:nvPr/>
      </p:nvGrpSpPr>
      <p:grpSpPr>
        <a:xfrm>
          <a:off x="0" y="0"/>
          <a:ext cx="0" cy="0"/>
          <a:chOff x="0" y="0"/>
          <a:chExt cx="0" cy="0"/>
        </a:xfrm>
      </p:grpSpPr>
      <p:sp>
        <p:nvSpPr>
          <p:cNvPr id="682" name="Google Shape;682;p3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3" name="Google Shape;683;p3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1" name="Shape 691"/>
        <p:cNvGrpSpPr/>
        <p:nvPr/>
      </p:nvGrpSpPr>
      <p:grpSpPr>
        <a:xfrm>
          <a:off x="0" y="0"/>
          <a:ext cx="0" cy="0"/>
          <a:chOff x="0" y="0"/>
          <a:chExt cx="0" cy="0"/>
        </a:xfrm>
      </p:grpSpPr>
      <p:sp>
        <p:nvSpPr>
          <p:cNvPr id="692" name="Google Shape;692;p3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93" name="Google Shape;693;p3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9" name="Shape 699"/>
        <p:cNvGrpSpPr/>
        <p:nvPr/>
      </p:nvGrpSpPr>
      <p:grpSpPr>
        <a:xfrm>
          <a:off x="0" y="0"/>
          <a:ext cx="0" cy="0"/>
          <a:chOff x="0" y="0"/>
          <a:chExt cx="0" cy="0"/>
        </a:xfrm>
      </p:grpSpPr>
      <p:sp>
        <p:nvSpPr>
          <p:cNvPr id="700" name="Google Shape;700;p3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01" name="Google Shape;701;p3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7" name="Shape 707"/>
        <p:cNvGrpSpPr/>
        <p:nvPr/>
      </p:nvGrpSpPr>
      <p:grpSpPr>
        <a:xfrm>
          <a:off x="0" y="0"/>
          <a:ext cx="0" cy="0"/>
          <a:chOff x="0" y="0"/>
          <a:chExt cx="0" cy="0"/>
        </a:xfrm>
      </p:grpSpPr>
      <p:sp>
        <p:nvSpPr>
          <p:cNvPr id="708" name="Google Shape;708;p3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09" name="Google Shape;709;p3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2" name="Shape 732"/>
        <p:cNvGrpSpPr/>
        <p:nvPr/>
      </p:nvGrpSpPr>
      <p:grpSpPr>
        <a:xfrm>
          <a:off x="0" y="0"/>
          <a:ext cx="0" cy="0"/>
          <a:chOff x="0" y="0"/>
          <a:chExt cx="0" cy="0"/>
        </a:xfrm>
      </p:grpSpPr>
      <p:sp>
        <p:nvSpPr>
          <p:cNvPr id="733" name="Google Shape;733;p3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34" name="Google Shape;734;p3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3" name="Shape 753"/>
        <p:cNvGrpSpPr/>
        <p:nvPr/>
      </p:nvGrpSpPr>
      <p:grpSpPr>
        <a:xfrm>
          <a:off x="0" y="0"/>
          <a:ext cx="0" cy="0"/>
          <a:chOff x="0" y="0"/>
          <a:chExt cx="0" cy="0"/>
        </a:xfrm>
      </p:grpSpPr>
      <p:sp>
        <p:nvSpPr>
          <p:cNvPr id="754" name="Google Shape;754;p3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55" name="Google Shape;755;p3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4" name="Shape 774"/>
        <p:cNvGrpSpPr/>
        <p:nvPr/>
      </p:nvGrpSpPr>
      <p:grpSpPr>
        <a:xfrm>
          <a:off x="0" y="0"/>
          <a:ext cx="0" cy="0"/>
          <a:chOff x="0" y="0"/>
          <a:chExt cx="0" cy="0"/>
        </a:xfrm>
      </p:grpSpPr>
      <p:sp>
        <p:nvSpPr>
          <p:cNvPr id="775" name="Google Shape;775;p3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76" name="Google Shape;776;p3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3" name="Shape 783"/>
        <p:cNvGrpSpPr/>
        <p:nvPr/>
      </p:nvGrpSpPr>
      <p:grpSpPr>
        <a:xfrm>
          <a:off x="0" y="0"/>
          <a:ext cx="0" cy="0"/>
          <a:chOff x="0" y="0"/>
          <a:chExt cx="0" cy="0"/>
        </a:xfrm>
      </p:grpSpPr>
      <p:sp>
        <p:nvSpPr>
          <p:cNvPr id="784" name="Google Shape;784;p3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85" name="Google Shape;785;p3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8" name="Shape 798"/>
        <p:cNvGrpSpPr/>
        <p:nvPr/>
      </p:nvGrpSpPr>
      <p:grpSpPr>
        <a:xfrm>
          <a:off x="0" y="0"/>
          <a:ext cx="0" cy="0"/>
          <a:chOff x="0" y="0"/>
          <a:chExt cx="0" cy="0"/>
        </a:xfrm>
      </p:grpSpPr>
      <p:sp>
        <p:nvSpPr>
          <p:cNvPr id="799" name="Google Shape;799;p3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0" name="Google Shape;800;p3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7" name="Shape 807"/>
        <p:cNvGrpSpPr/>
        <p:nvPr/>
      </p:nvGrpSpPr>
      <p:grpSpPr>
        <a:xfrm>
          <a:off x="0" y="0"/>
          <a:ext cx="0" cy="0"/>
          <a:chOff x="0" y="0"/>
          <a:chExt cx="0" cy="0"/>
        </a:xfrm>
      </p:grpSpPr>
      <p:sp>
        <p:nvSpPr>
          <p:cNvPr id="808" name="Google Shape;808;p4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9" name="Google Shape;809;p4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5" name="Shape 815"/>
        <p:cNvGrpSpPr/>
        <p:nvPr/>
      </p:nvGrpSpPr>
      <p:grpSpPr>
        <a:xfrm>
          <a:off x="0" y="0"/>
          <a:ext cx="0" cy="0"/>
          <a:chOff x="0" y="0"/>
          <a:chExt cx="0" cy="0"/>
        </a:xfrm>
      </p:grpSpPr>
      <p:sp>
        <p:nvSpPr>
          <p:cNvPr id="816" name="Google Shape;816;p4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17" name="Google Shape;817;p4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4" name="Shape 824"/>
        <p:cNvGrpSpPr/>
        <p:nvPr/>
      </p:nvGrpSpPr>
      <p:grpSpPr>
        <a:xfrm>
          <a:off x="0" y="0"/>
          <a:ext cx="0" cy="0"/>
          <a:chOff x="0" y="0"/>
          <a:chExt cx="0" cy="0"/>
        </a:xfrm>
      </p:grpSpPr>
      <p:sp>
        <p:nvSpPr>
          <p:cNvPr id="825" name="Google Shape;825;p4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26" name="Google Shape;826;p4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32" name="Shape 832"/>
        <p:cNvGrpSpPr/>
        <p:nvPr/>
      </p:nvGrpSpPr>
      <p:grpSpPr>
        <a:xfrm>
          <a:off x="0" y="0"/>
          <a:ext cx="0" cy="0"/>
          <a:chOff x="0" y="0"/>
          <a:chExt cx="0" cy="0"/>
        </a:xfrm>
      </p:grpSpPr>
      <p:sp>
        <p:nvSpPr>
          <p:cNvPr id="833" name="Google Shape;833;p4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34" name="Google Shape;834;p4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0" name="Shape 840"/>
        <p:cNvGrpSpPr/>
        <p:nvPr/>
      </p:nvGrpSpPr>
      <p:grpSpPr>
        <a:xfrm>
          <a:off x="0" y="0"/>
          <a:ext cx="0" cy="0"/>
          <a:chOff x="0" y="0"/>
          <a:chExt cx="0" cy="0"/>
        </a:xfrm>
      </p:grpSpPr>
      <p:sp>
        <p:nvSpPr>
          <p:cNvPr id="841" name="Google Shape;841;p4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42" name="Google Shape;842;p4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1" name="Shape 851"/>
        <p:cNvGrpSpPr/>
        <p:nvPr/>
      </p:nvGrpSpPr>
      <p:grpSpPr>
        <a:xfrm>
          <a:off x="0" y="0"/>
          <a:ext cx="0" cy="0"/>
          <a:chOff x="0" y="0"/>
          <a:chExt cx="0" cy="0"/>
        </a:xfrm>
      </p:grpSpPr>
      <p:sp>
        <p:nvSpPr>
          <p:cNvPr id="852" name="Google Shape;852;p4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53" name="Google Shape;853;p4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8" name="Shape 858"/>
        <p:cNvGrpSpPr/>
        <p:nvPr/>
      </p:nvGrpSpPr>
      <p:grpSpPr>
        <a:xfrm>
          <a:off x="0" y="0"/>
          <a:ext cx="0" cy="0"/>
          <a:chOff x="0" y="0"/>
          <a:chExt cx="0" cy="0"/>
        </a:xfrm>
      </p:grpSpPr>
      <p:sp>
        <p:nvSpPr>
          <p:cNvPr id="859" name="Google Shape;859;p4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0" name="Google Shape;860;p4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5" name="Shape 865"/>
        <p:cNvGrpSpPr/>
        <p:nvPr/>
      </p:nvGrpSpPr>
      <p:grpSpPr>
        <a:xfrm>
          <a:off x="0" y="0"/>
          <a:ext cx="0" cy="0"/>
          <a:chOff x="0" y="0"/>
          <a:chExt cx="0" cy="0"/>
        </a:xfrm>
      </p:grpSpPr>
      <p:sp>
        <p:nvSpPr>
          <p:cNvPr id="866" name="Google Shape;866;p4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7" name="Google Shape;867;p4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2" name="Shape 872"/>
        <p:cNvGrpSpPr/>
        <p:nvPr/>
      </p:nvGrpSpPr>
      <p:grpSpPr>
        <a:xfrm>
          <a:off x="0" y="0"/>
          <a:ext cx="0" cy="0"/>
          <a:chOff x="0" y="0"/>
          <a:chExt cx="0" cy="0"/>
        </a:xfrm>
      </p:grpSpPr>
      <p:sp>
        <p:nvSpPr>
          <p:cNvPr id="873" name="Google Shape;873;p4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74" name="Google Shape;874;p4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7" name="Shape 887"/>
        <p:cNvGrpSpPr/>
        <p:nvPr/>
      </p:nvGrpSpPr>
      <p:grpSpPr>
        <a:xfrm>
          <a:off x="0" y="0"/>
          <a:ext cx="0" cy="0"/>
          <a:chOff x="0" y="0"/>
          <a:chExt cx="0" cy="0"/>
        </a:xfrm>
      </p:grpSpPr>
      <p:sp>
        <p:nvSpPr>
          <p:cNvPr id="888" name="Google Shape;888;p4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9" name="Google Shape;889;p4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3" name="Shape 903"/>
        <p:cNvGrpSpPr/>
        <p:nvPr/>
      </p:nvGrpSpPr>
      <p:grpSpPr>
        <a:xfrm>
          <a:off x="0" y="0"/>
          <a:ext cx="0" cy="0"/>
          <a:chOff x="0" y="0"/>
          <a:chExt cx="0" cy="0"/>
        </a:xfrm>
      </p:grpSpPr>
      <p:sp>
        <p:nvSpPr>
          <p:cNvPr id="904" name="Google Shape;904;p5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05" name="Google Shape;905;p5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6" name="Shape 926"/>
        <p:cNvGrpSpPr/>
        <p:nvPr/>
      </p:nvGrpSpPr>
      <p:grpSpPr>
        <a:xfrm>
          <a:off x="0" y="0"/>
          <a:ext cx="0" cy="0"/>
          <a:chOff x="0" y="0"/>
          <a:chExt cx="0" cy="0"/>
        </a:xfrm>
      </p:grpSpPr>
      <p:sp>
        <p:nvSpPr>
          <p:cNvPr id="927" name="Google Shape;927;p5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28" name="Google Shape;928;p5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8" name="Shape 948"/>
        <p:cNvGrpSpPr/>
        <p:nvPr/>
      </p:nvGrpSpPr>
      <p:grpSpPr>
        <a:xfrm>
          <a:off x="0" y="0"/>
          <a:ext cx="0" cy="0"/>
          <a:chOff x="0" y="0"/>
          <a:chExt cx="0" cy="0"/>
        </a:xfrm>
      </p:grpSpPr>
      <p:sp>
        <p:nvSpPr>
          <p:cNvPr id="949" name="Google Shape;949;p5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50" name="Google Shape;950;p5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0" name="Shape 970"/>
        <p:cNvGrpSpPr/>
        <p:nvPr/>
      </p:nvGrpSpPr>
      <p:grpSpPr>
        <a:xfrm>
          <a:off x="0" y="0"/>
          <a:ext cx="0" cy="0"/>
          <a:chOff x="0" y="0"/>
          <a:chExt cx="0" cy="0"/>
        </a:xfrm>
      </p:grpSpPr>
      <p:sp>
        <p:nvSpPr>
          <p:cNvPr id="971" name="Google Shape;971;p5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72" name="Google Shape;972;p5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2" name="Shape 992"/>
        <p:cNvGrpSpPr/>
        <p:nvPr/>
      </p:nvGrpSpPr>
      <p:grpSpPr>
        <a:xfrm>
          <a:off x="0" y="0"/>
          <a:ext cx="0" cy="0"/>
          <a:chOff x="0" y="0"/>
          <a:chExt cx="0" cy="0"/>
        </a:xfrm>
      </p:grpSpPr>
      <p:sp>
        <p:nvSpPr>
          <p:cNvPr id="993" name="Google Shape;993;p5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94" name="Google Shape;994;p5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14" name="Shape 1014"/>
        <p:cNvGrpSpPr/>
        <p:nvPr/>
      </p:nvGrpSpPr>
      <p:grpSpPr>
        <a:xfrm>
          <a:off x="0" y="0"/>
          <a:ext cx="0" cy="0"/>
          <a:chOff x="0" y="0"/>
          <a:chExt cx="0" cy="0"/>
        </a:xfrm>
      </p:grpSpPr>
      <p:sp>
        <p:nvSpPr>
          <p:cNvPr id="1015" name="Google Shape;1015;p5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16" name="Google Shape;1016;p5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6" name="Shape 1036"/>
        <p:cNvGrpSpPr/>
        <p:nvPr/>
      </p:nvGrpSpPr>
      <p:grpSpPr>
        <a:xfrm>
          <a:off x="0" y="0"/>
          <a:ext cx="0" cy="0"/>
          <a:chOff x="0" y="0"/>
          <a:chExt cx="0" cy="0"/>
        </a:xfrm>
      </p:grpSpPr>
      <p:sp>
        <p:nvSpPr>
          <p:cNvPr id="1037" name="Google Shape;1037;p5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8" name="Google Shape;1038;p5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5" name="Shape 1055"/>
        <p:cNvGrpSpPr/>
        <p:nvPr/>
      </p:nvGrpSpPr>
      <p:grpSpPr>
        <a:xfrm>
          <a:off x="0" y="0"/>
          <a:ext cx="0" cy="0"/>
          <a:chOff x="0" y="0"/>
          <a:chExt cx="0" cy="0"/>
        </a:xfrm>
      </p:grpSpPr>
      <p:sp>
        <p:nvSpPr>
          <p:cNvPr id="1056" name="Google Shape;1056;p5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57" name="Google Shape;1057;p5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4" name="Shape 1074"/>
        <p:cNvGrpSpPr/>
        <p:nvPr/>
      </p:nvGrpSpPr>
      <p:grpSpPr>
        <a:xfrm>
          <a:off x="0" y="0"/>
          <a:ext cx="0" cy="0"/>
          <a:chOff x="0" y="0"/>
          <a:chExt cx="0" cy="0"/>
        </a:xfrm>
      </p:grpSpPr>
      <p:sp>
        <p:nvSpPr>
          <p:cNvPr id="1075" name="Google Shape;1075;p5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76" name="Google Shape;1076;p5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6" name="Shape 1096"/>
        <p:cNvGrpSpPr/>
        <p:nvPr/>
      </p:nvGrpSpPr>
      <p:grpSpPr>
        <a:xfrm>
          <a:off x="0" y="0"/>
          <a:ext cx="0" cy="0"/>
          <a:chOff x="0" y="0"/>
          <a:chExt cx="0" cy="0"/>
        </a:xfrm>
      </p:grpSpPr>
      <p:sp>
        <p:nvSpPr>
          <p:cNvPr id="1097" name="Google Shape;1097;p5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98" name="Google Shape;1098;p5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8" name="Shape 1118"/>
        <p:cNvGrpSpPr/>
        <p:nvPr/>
      </p:nvGrpSpPr>
      <p:grpSpPr>
        <a:xfrm>
          <a:off x="0" y="0"/>
          <a:ext cx="0" cy="0"/>
          <a:chOff x="0" y="0"/>
          <a:chExt cx="0" cy="0"/>
        </a:xfrm>
      </p:grpSpPr>
      <p:sp>
        <p:nvSpPr>
          <p:cNvPr id="1119" name="Google Shape;1119;p6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20" name="Google Shape;1120;p6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1" name="Shape 1141"/>
        <p:cNvGrpSpPr/>
        <p:nvPr/>
      </p:nvGrpSpPr>
      <p:grpSpPr>
        <a:xfrm>
          <a:off x="0" y="0"/>
          <a:ext cx="0" cy="0"/>
          <a:chOff x="0" y="0"/>
          <a:chExt cx="0" cy="0"/>
        </a:xfrm>
      </p:grpSpPr>
      <p:sp>
        <p:nvSpPr>
          <p:cNvPr id="1142" name="Google Shape;1142;p6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3" name="Google Shape;1143;p6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4" name="Shape 1164"/>
        <p:cNvGrpSpPr/>
        <p:nvPr/>
      </p:nvGrpSpPr>
      <p:grpSpPr>
        <a:xfrm>
          <a:off x="0" y="0"/>
          <a:ext cx="0" cy="0"/>
          <a:chOff x="0" y="0"/>
          <a:chExt cx="0" cy="0"/>
        </a:xfrm>
      </p:grpSpPr>
      <p:sp>
        <p:nvSpPr>
          <p:cNvPr id="1165" name="Google Shape;1165;p6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66" name="Google Shape;1166;p6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92" name="Shape 1192"/>
        <p:cNvGrpSpPr/>
        <p:nvPr/>
      </p:nvGrpSpPr>
      <p:grpSpPr>
        <a:xfrm>
          <a:off x="0" y="0"/>
          <a:ext cx="0" cy="0"/>
          <a:chOff x="0" y="0"/>
          <a:chExt cx="0" cy="0"/>
        </a:xfrm>
      </p:grpSpPr>
      <p:sp>
        <p:nvSpPr>
          <p:cNvPr id="1193" name="Google Shape;1193;p6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94" name="Google Shape;1194;p6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4" name="Shape 1214"/>
        <p:cNvGrpSpPr/>
        <p:nvPr/>
      </p:nvGrpSpPr>
      <p:grpSpPr>
        <a:xfrm>
          <a:off x="0" y="0"/>
          <a:ext cx="0" cy="0"/>
          <a:chOff x="0" y="0"/>
          <a:chExt cx="0" cy="0"/>
        </a:xfrm>
      </p:grpSpPr>
      <p:sp>
        <p:nvSpPr>
          <p:cNvPr id="1215" name="Google Shape;1215;p6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16" name="Google Shape;1216;p6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6" name="Shape 1236"/>
        <p:cNvGrpSpPr/>
        <p:nvPr/>
      </p:nvGrpSpPr>
      <p:grpSpPr>
        <a:xfrm>
          <a:off x="0" y="0"/>
          <a:ext cx="0" cy="0"/>
          <a:chOff x="0" y="0"/>
          <a:chExt cx="0" cy="0"/>
        </a:xfrm>
      </p:grpSpPr>
      <p:sp>
        <p:nvSpPr>
          <p:cNvPr id="1237" name="Google Shape;1237;p6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38" name="Google Shape;1238;p6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9" name="Shape 1259"/>
        <p:cNvGrpSpPr/>
        <p:nvPr/>
      </p:nvGrpSpPr>
      <p:grpSpPr>
        <a:xfrm>
          <a:off x="0" y="0"/>
          <a:ext cx="0" cy="0"/>
          <a:chOff x="0" y="0"/>
          <a:chExt cx="0" cy="0"/>
        </a:xfrm>
      </p:grpSpPr>
      <p:sp>
        <p:nvSpPr>
          <p:cNvPr id="1260" name="Google Shape;1260;p6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61" name="Google Shape;1261;p6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0" name="Shape 1280"/>
        <p:cNvGrpSpPr/>
        <p:nvPr/>
      </p:nvGrpSpPr>
      <p:grpSpPr>
        <a:xfrm>
          <a:off x="0" y="0"/>
          <a:ext cx="0" cy="0"/>
          <a:chOff x="0" y="0"/>
          <a:chExt cx="0" cy="0"/>
        </a:xfrm>
      </p:grpSpPr>
      <p:sp>
        <p:nvSpPr>
          <p:cNvPr id="1281" name="Google Shape;1281;p6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82" name="Google Shape;1282;p6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1" name="Shape 1301"/>
        <p:cNvGrpSpPr/>
        <p:nvPr/>
      </p:nvGrpSpPr>
      <p:grpSpPr>
        <a:xfrm>
          <a:off x="0" y="0"/>
          <a:ext cx="0" cy="0"/>
          <a:chOff x="0" y="0"/>
          <a:chExt cx="0" cy="0"/>
        </a:xfrm>
      </p:grpSpPr>
      <p:sp>
        <p:nvSpPr>
          <p:cNvPr id="1302" name="Google Shape;1302;p6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03" name="Google Shape;1303;p6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25" name="Shape 1325"/>
        <p:cNvGrpSpPr/>
        <p:nvPr/>
      </p:nvGrpSpPr>
      <p:grpSpPr>
        <a:xfrm>
          <a:off x="0" y="0"/>
          <a:ext cx="0" cy="0"/>
          <a:chOff x="0" y="0"/>
          <a:chExt cx="0" cy="0"/>
        </a:xfrm>
      </p:grpSpPr>
      <p:sp>
        <p:nvSpPr>
          <p:cNvPr id="1326" name="Google Shape;1326;p6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27" name="Google Shape;1327;p6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2" name="Shape 1332"/>
        <p:cNvGrpSpPr/>
        <p:nvPr/>
      </p:nvGrpSpPr>
      <p:grpSpPr>
        <a:xfrm>
          <a:off x="0" y="0"/>
          <a:ext cx="0" cy="0"/>
          <a:chOff x="0" y="0"/>
          <a:chExt cx="0" cy="0"/>
        </a:xfrm>
      </p:grpSpPr>
      <p:sp>
        <p:nvSpPr>
          <p:cNvPr id="1333" name="Google Shape;1333;p7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34" name="Google Shape;1334;p7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21" name="Shape 21"/>
        <p:cNvGrpSpPr/>
        <p:nvPr/>
      </p:nvGrpSpPr>
      <p:grpSpPr>
        <a:xfrm>
          <a:off x="0" y="0"/>
          <a:ext cx="0" cy="0"/>
          <a:chOff x="0" y="0"/>
          <a:chExt cx="0" cy="0"/>
        </a:xfrm>
      </p:grpSpPr>
      <p:sp>
        <p:nvSpPr>
          <p:cNvPr id="22" name="Google Shape;22;p72"/>
          <p:cNvSpPr txBox="1"/>
          <p:nvPr>
            <p:ph type="ctrTitle"/>
          </p:nvPr>
        </p:nvSpPr>
        <p:spPr>
          <a:xfrm>
            <a:off x="684212" y="685799"/>
            <a:ext cx="8001000" cy="297180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800"/>
              <a:buFont typeface="Century Gothic" panose="020B0502020202020204"/>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72"/>
          <p:cNvSpPr txBox="1"/>
          <p:nvPr>
            <p:ph type="subTitle" idx="1"/>
          </p:nvPr>
        </p:nvSpPr>
        <p:spPr>
          <a:xfrm>
            <a:off x="684212" y="3843867"/>
            <a:ext cx="6400800" cy="1947333"/>
          </a:xfrm>
          <a:prstGeom prst="rect">
            <a:avLst/>
          </a:prstGeom>
          <a:noFill/>
          <a:ln>
            <a:noFill/>
          </a:ln>
        </p:spPr>
        <p:txBody>
          <a:bodyPr spcFirstLastPara="1" wrap="square" lIns="91425" tIns="45700" rIns="91425" bIns="45700" anchor="t" anchorCtr="0">
            <a:normAutofit/>
          </a:bodyPr>
          <a:lstStyle>
            <a:lvl1pPr lvl="0" algn="l">
              <a:spcBef>
                <a:spcPts val="420"/>
              </a:spcBef>
              <a:spcAft>
                <a:spcPts val="0"/>
              </a:spcAft>
              <a:buSzPts val="1680"/>
              <a:buNone/>
              <a:defRPr sz="2100">
                <a:solidFill>
                  <a:srgbClr val="0F486F"/>
                </a:solidFill>
              </a:defRPr>
            </a:lvl1pPr>
            <a:lvl2pPr lvl="1" algn="ctr">
              <a:spcBef>
                <a:spcPts val="600"/>
              </a:spcBef>
              <a:spcAft>
                <a:spcPts val="0"/>
              </a:spcAft>
              <a:buSzPts val="1440"/>
              <a:buNone/>
              <a:defRPr>
                <a:solidFill>
                  <a:schemeClr val="lt1"/>
                </a:solidFill>
              </a:defRPr>
            </a:lvl2pPr>
            <a:lvl3pPr lvl="2" algn="ctr">
              <a:spcBef>
                <a:spcPts val="600"/>
              </a:spcBef>
              <a:spcAft>
                <a:spcPts val="0"/>
              </a:spcAft>
              <a:buSzPts val="128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1120"/>
              <a:buNone/>
              <a:defRPr>
                <a:solidFill>
                  <a:schemeClr val="lt1"/>
                </a:solidFill>
              </a:defRPr>
            </a:lvl6pPr>
            <a:lvl7pPr lvl="6" algn="ctr">
              <a:spcBef>
                <a:spcPts val="600"/>
              </a:spcBef>
              <a:spcAft>
                <a:spcPts val="0"/>
              </a:spcAft>
              <a:buSzPts val="1120"/>
              <a:buNone/>
              <a:defRPr>
                <a:solidFill>
                  <a:schemeClr val="lt1"/>
                </a:solidFill>
              </a:defRPr>
            </a:lvl7pPr>
            <a:lvl8pPr lvl="7" algn="ctr">
              <a:spcBef>
                <a:spcPts val="600"/>
              </a:spcBef>
              <a:spcAft>
                <a:spcPts val="0"/>
              </a:spcAft>
              <a:buSzPts val="1120"/>
              <a:buNone/>
              <a:defRPr>
                <a:solidFill>
                  <a:schemeClr val="lt1"/>
                </a:solidFill>
              </a:defRPr>
            </a:lvl8pPr>
            <a:lvl9pPr lvl="8" algn="ctr">
              <a:spcBef>
                <a:spcPts val="600"/>
              </a:spcBef>
              <a:spcAft>
                <a:spcPts val="600"/>
              </a:spcAft>
              <a:buSzPts val="1120"/>
              <a:buNone/>
              <a:defRPr>
                <a:solidFill>
                  <a:schemeClr val="lt1"/>
                </a:solidFill>
              </a:defRPr>
            </a:lvl9pPr>
          </a:lstStyle>
          <a:p/>
        </p:txBody>
      </p:sp>
      <p:sp>
        <p:nvSpPr>
          <p:cNvPr id="24" name="Google Shape;24;p72"/>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72"/>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2"/>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cxnSp>
        <p:nvCxnSpPr>
          <p:cNvPr id="27" name="Google Shape;27;p72"/>
          <p:cNvCxnSpPr/>
          <p:nvPr/>
        </p:nvCxnSpPr>
        <p:spPr>
          <a:xfrm flipH="1">
            <a:off x="8228012" y="8467"/>
            <a:ext cx="3810000" cy="3810000"/>
          </a:xfrm>
          <a:prstGeom prst="straightConnector1">
            <a:avLst/>
          </a:prstGeom>
          <a:noFill/>
          <a:ln w="12700" cap="flat" cmpd="sng">
            <a:solidFill>
              <a:schemeClr val="lt1"/>
            </a:solidFill>
            <a:prstDash val="solid"/>
            <a:round/>
            <a:headEnd type="none" w="sm" len="sm"/>
            <a:tailEnd type="none" w="sm" len="sm"/>
          </a:ln>
        </p:spPr>
      </p:cxnSp>
      <p:cxnSp>
        <p:nvCxnSpPr>
          <p:cNvPr id="28" name="Google Shape;28;p72"/>
          <p:cNvCxnSpPr/>
          <p:nvPr/>
        </p:nvCxnSpPr>
        <p:spPr>
          <a:xfrm flipH="1">
            <a:off x="6108170" y="91545"/>
            <a:ext cx="6080655" cy="6080655"/>
          </a:xfrm>
          <a:prstGeom prst="straightConnector1">
            <a:avLst/>
          </a:prstGeom>
          <a:noFill/>
          <a:ln w="12700" cap="flat" cmpd="sng">
            <a:solidFill>
              <a:schemeClr val="lt1"/>
            </a:solidFill>
            <a:prstDash val="solid"/>
            <a:round/>
            <a:headEnd type="none" w="sm" len="sm"/>
            <a:tailEnd type="none" w="sm" len="sm"/>
          </a:ln>
        </p:spPr>
      </p:cxnSp>
      <p:cxnSp>
        <p:nvCxnSpPr>
          <p:cNvPr id="29" name="Google Shape;29;p72"/>
          <p:cNvCxnSpPr/>
          <p:nvPr/>
        </p:nvCxnSpPr>
        <p:spPr>
          <a:xfrm flipH="1">
            <a:off x="7235825" y="228600"/>
            <a:ext cx="4953000" cy="4953000"/>
          </a:xfrm>
          <a:prstGeom prst="straightConnector1">
            <a:avLst/>
          </a:prstGeom>
          <a:noFill/>
          <a:ln w="12700" cap="flat" cmpd="sng">
            <a:solidFill>
              <a:schemeClr val="lt1"/>
            </a:solidFill>
            <a:prstDash val="solid"/>
            <a:round/>
            <a:headEnd type="none" w="sm" len="sm"/>
            <a:tailEnd type="none" w="sm" len="sm"/>
          </a:ln>
        </p:spPr>
      </p:cxnSp>
      <p:cxnSp>
        <p:nvCxnSpPr>
          <p:cNvPr id="30" name="Google Shape;30;p72"/>
          <p:cNvCxnSpPr/>
          <p:nvPr/>
        </p:nvCxnSpPr>
        <p:spPr>
          <a:xfrm flipH="1">
            <a:off x="7335837" y="32278"/>
            <a:ext cx="4852989" cy="4852989"/>
          </a:xfrm>
          <a:prstGeom prst="straightConnector1">
            <a:avLst/>
          </a:prstGeom>
          <a:noFill/>
          <a:ln w="31750" cap="flat" cmpd="sng">
            <a:solidFill>
              <a:schemeClr val="lt1"/>
            </a:solidFill>
            <a:prstDash val="solid"/>
            <a:round/>
            <a:headEnd type="none" w="sm" len="sm"/>
            <a:tailEnd type="none" w="sm" len="sm"/>
          </a:ln>
        </p:spPr>
      </p:cxnSp>
      <p:cxnSp>
        <p:nvCxnSpPr>
          <p:cNvPr id="31" name="Google Shape;31;p72"/>
          <p:cNvCxnSpPr/>
          <p:nvPr/>
        </p:nvCxnSpPr>
        <p:spPr>
          <a:xfrm flipH="1">
            <a:off x="7845426" y="609601"/>
            <a:ext cx="4343399" cy="4343399"/>
          </a:xfrm>
          <a:prstGeom prst="straightConnector1">
            <a:avLst/>
          </a:prstGeom>
          <a:noFill/>
          <a:ln w="31750" cap="flat" cmpd="sng">
            <a:solidFill>
              <a:schemeClr val="l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32" name="Shape 32"/>
        <p:cNvGrpSpPr/>
        <p:nvPr/>
      </p:nvGrpSpPr>
      <p:grpSpPr>
        <a:xfrm>
          <a:off x="0" y="0"/>
          <a:ext cx="0" cy="0"/>
          <a:chOff x="0" y="0"/>
          <a:chExt cx="0" cy="0"/>
        </a:xfrm>
      </p:grpSpPr>
      <p:sp>
        <p:nvSpPr>
          <p:cNvPr id="33" name="Google Shape;33;p73"/>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73"/>
          <p:cNvSpPr txBox="1"/>
          <p:nvPr>
            <p:ph type="body" idx="1"/>
          </p:nvPr>
        </p:nvSpPr>
        <p:spPr>
          <a:xfrm>
            <a:off x="684212" y="685800"/>
            <a:ext cx="8534400" cy="3615267"/>
          </a:xfrm>
          <a:prstGeom prst="rect">
            <a:avLst/>
          </a:prstGeom>
          <a:noFill/>
          <a:ln>
            <a:noFill/>
          </a:ln>
        </p:spPr>
        <p:txBody>
          <a:bodyPr spcFirstLastPara="1" wrap="square" lIns="91425" tIns="45700" rIns="91425" bIns="45700" anchor="ctr"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35" name="Google Shape;35;p73"/>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73"/>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73"/>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38" name="Shape 38"/>
        <p:cNvGrpSpPr/>
        <p:nvPr/>
      </p:nvGrpSpPr>
      <p:grpSpPr>
        <a:xfrm>
          <a:off x="0" y="0"/>
          <a:ext cx="0" cy="0"/>
          <a:chOff x="0" y="0"/>
          <a:chExt cx="0" cy="0"/>
        </a:xfrm>
      </p:grpSpPr>
      <p:sp>
        <p:nvSpPr>
          <p:cNvPr id="39" name="Google Shape;39;p78"/>
          <p:cNvSpPr txBox="1"/>
          <p:nvPr>
            <p:ph type="title"/>
          </p:nvPr>
        </p:nvSpPr>
        <p:spPr>
          <a:xfrm>
            <a:off x="4722812" y="1447800"/>
            <a:ext cx="6019800" cy="11430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800"/>
              <a:buFont typeface="Century Gothic" panose="020B0502020202020204"/>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78"/>
          <p:cNvSpPr/>
          <p:nvPr>
            <p:ph type="pic" idx="2"/>
          </p:nvPr>
        </p:nvSpPr>
        <p:spPr>
          <a:xfrm>
            <a:off x="989012" y="914400"/>
            <a:ext cx="3280974" cy="4572000"/>
          </a:xfrm>
          <a:prstGeom prst="snip2DiagRect">
            <a:avLst>
              <a:gd name="adj1" fmla="val 10815"/>
              <a:gd name="adj2" fmla="val 0"/>
            </a:avLst>
          </a:prstGeom>
          <a:noFill/>
          <a:ln w="15875" cap="flat" cmpd="sng">
            <a:solidFill>
              <a:schemeClr val="lt1">
                <a:alpha val="40000"/>
              </a:schemeClr>
            </a:solidFill>
            <a:prstDash val="solid"/>
            <a:round/>
            <a:headEnd type="none" w="sm" len="sm"/>
            <a:tailEnd type="none" w="sm" len="sm"/>
          </a:ln>
        </p:spPr>
      </p:sp>
      <p:sp>
        <p:nvSpPr>
          <p:cNvPr id="41" name="Google Shape;41;p78"/>
          <p:cNvSpPr txBox="1"/>
          <p:nvPr>
            <p:ph type="body" idx="1"/>
          </p:nvPr>
        </p:nvSpPr>
        <p:spPr>
          <a:xfrm>
            <a:off x="4722812" y="2777066"/>
            <a:ext cx="6021388" cy="2048933"/>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440"/>
              <a:buNone/>
              <a:defRPr sz="1800"/>
            </a:lvl1pPr>
            <a:lvl2pPr marL="914400" lvl="1" indent="-228600" algn="l">
              <a:spcBef>
                <a:spcPts val="600"/>
              </a:spcBef>
              <a:spcAft>
                <a:spcPts val="0"/>
              </a:spcAft>
              <a:buSzPts val="960"/>
              <a:buNone/>
              <a:defRPr sz="1200"/>
            </a:lvl2pPr>
            <a:lvl3pPr marL="1371600" lvl="2" indent="-228600" algn="l">
              <a:spcBef>
                <a:spcPts val="600"/>
              </a:spcBef>
              <a:spcAft>
                <a:spcPts val="0"/>
              </a:spcAft>
              <a:buSzPts val="800"/>
              <a:buNone/>
              <a:defRPr sz="1000"/>
            </a:lvl3pPr>
            <a:lvl4pPr marL="1828800" lvl="3" indent="-228600" algn="l">
              <a:spcBef>
                <a:spcPts val="600"/>
              </a:spcBef>
              <a:spcAft>
                <a:spcPts val="0"/>
              </a:spcAft>
              <a:buSzPts val="720"/>
              <a:buNone/>
              <a:defRPr sz="900"/>
            </a:lvl4pPr>
            <a:lvl5pPr marL="2286000" lvl="4" indent="-228600" algn="l">
              <a:spcBef>
                <a:spcPts val="600"/>
              </a:spcBef>
              <a:spcAft>
                <a:spcPts val="0"/>
              </a:spcAft>
              <a:buSzPts val="720"/>
              <a:buNone/>
              <a:defRPr sz="900"/>
            </a:lvl5pPr>
            <a:lvl6pPr marL="2743200" lvl="5" indent="-228600" algn="l">
              <a:spcBef>
                <a:spcPts val="600"/>
              </a:spcBef>
              <a:spcAft>
                <a:spcPts val="0"/>
              </a:spcAft>
              <a:buSzPts val="720"/>
              <a:buNone/>
              <a:defRPr sz="900"/>
            </a:lvl6pPr>
            <a:lvl7pPr marL="3200400" lvl="6" indent="-228600" algn="l">
              <a:spcBef>
                <a:spcPts val="600"/>
              </a:spcBef>
              <a:spcAft>
                <a:spcPts val="0"/>
              </a:spcAft>
              <a:buSzPts val="720"/>
              <a:buNone/>
              <a:defRPr sz="900"/>
            </a:lvl7pPr>
            <a:lvl8pPr marL="3657600" lvl="7" indent="-228600" algn="l">
              <a:spcBef>
                <a:spcPts val="600"/>
              </a:spcBef>
              <a:spcAft>
                <a:spcPts val="0"/>
              </a:spcAft>
              <a:buSzPts val="720"/>
              <a:buNone/>
              <a:defRPr sz="900"/>
            </a:lvl8pPr>
            <a:lvl9pPr marL="4114800" lvl="8" indent="-228600" algn="l">
              <a:spcBef>
                <a:spcPts val="600"/>
              </a:spcBef>
              <a:spcAft>
                <a:spcPts val="600"/>
              </a:spcAft>
              <a:buSzPts val="720"/>
              <a:buNone/>
              <a:defRPr sz="900"/>
            </a:lvl9pPr>
          </a:lstStyle>
          <a:p/>
        </p:txBody>
      </p:sp>
      <p:sp>
        <p:nvSpPr>
          <p:cNvPr id="42" name="Google Shape;42;p78"/>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8"/>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8"/>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45" name="Shape 45"/>
        <p:cNvGrpSpPr/>
        <p:nvPr/>
      </p:nvGrpSpPr>
      <p:grpSpPr>
        <a:xfrm>
          <a:off x="0" y="0"/>
          <a:ext cx="0" cy="0"/>
          <a:chOff x="0" y="0"/>
          <a:chExt cx="0" cy="0"/>
        </a:xfrm>
      </p:grpSpPr>
      <p:sp>
        <p:nvSpPr>
          <p:cNvPr id="46" name="Google Shape;46;p95"/>
          <p:cNvSpPr txBox="1"/>
          <p:nvPr>
            <p:ph type="title"/>
          </p:nvPr>
        </p:nvSpPr>
        <p:spPr>
          <a:xfrm>
            <a:off x="684211" y="2006600"/>
            <a:ext cx="8534401" cy="228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600"/>
              <a:buFont typeface="Century Gothic" panose="020B0502020202020204"/>
              <a:buNone/>
              <a:defRPr sz="36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95"/>
          <p:cNvSpPr txBox="1"/>
          <p:nvPr>
            <p:ph type="body" idx="1"/>
          </p:nvPr>
        </p:nvSpPr>
        <p:spPr>
          <a:xfrm>
            <a:off x="684213" y="4495800"/>
            <a:ext cx="8534400" cy="14986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440"/>
              <a:buNone/>
              <a:defRPr sz="18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48" name="Google Shape;48;p95"/>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5"/>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95"/>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51" name="Shape 51"/>
        <p:cNvGrpSpPr/>
        <p:nvPr/>
      </p:nvGrpSpPr>
      <p:grpSpPr>
        <a:xfrm>
          <a:off x="0" y="0"/>
          <a:ext cx="0" cy="0"/>
          <a:chOff x="0" y="0"/>
          <a:chExt cx="0" cy="0"/>
        </a:xfrm>
      </p:grpSpPr>
      <p:sp>
        <p:nvSpPr>
          <p:cNvPr id="52" name="Google Shape;52;p96"/>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6"/>
          <p:cNvSpPr txBox="1"/>
          <p:nvPr>
            <p:ph type="body" idx="1"/>
          </p:nvPr>
        </p:nvSpPr>
        <p:spPr>
          <a:xfrm>
            <a:off x="684211" y="685800"/>
            <a:ext cx="4937655" cy="3615267"/>
          </a:xfrm>
          <a:prstGeom prst="rect">
            <a:avLst/>
          </a:prstGeom>
          <a:noFill/>
          <a:ln>
            <a:noFill/>
          </a:ln>
        </p:spPr>
        <p:txBody>
          <a:bodyPr spcFirstLastPara="1" wrap="square" lIns="91425" tIns="45700" rIns="91425" bIns="45700" anchor="ctr"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54" name="Google Shape;54;p96"/>
          <p:cNvSpPr txBox="1"/>
          <p:nvPr>
            <p:ph type="body" idx="2"/>
          </p:nvPr>
        </p:nvSpPr>
        <p:spPr>
          <a:xfrm>
            <a:off x="5808133" y="685801"/>
            <a:ext cx="4934479" cy="3615266"/>
          </a:xfrm>
          <a:prstGeom prst="rect">
            <a:avLst/>
          </a:prstGeom>
          <a:noFill/>
          <a:ln>
            <a:noFill/>
          </a:ln>
        </p:spPr>
        <p:txBody>
          <a:bodyPr spcFirstLastPara="1" wrap="square" lIns="91425" tIns="45700" rIns="91425" bIns="45700" anchor="ctr"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55" name="Google Shape;55;p96"/>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6"/>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6"/>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58" name="Shape 58"/>
        <p:cNvGrpSpPr/>
        <p:nvPr/>
      </p:nvGrpSpPr>
      <p:grpSpPr>
        <a:xfrm>
          <a:off x="0" y="0"/>
          <a:ext cx="0" cy="0"/>
          <a:chOff x="0" y="0"/>
          <a:chExt cx="0" cy="0"/>
        </a:xfrm>
      </p:grpSpPr>
      <p:sp>
        <p:nvSpPr>
          <p:cNvPr id="59" name="Google Shape;59;p97"/>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600"/>
              <a:buFont typeface="Century Gothic" panose="020B0502020202020204"/>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7"/>
          <p:cNvSpPr txBox="1"/>
          <p:nvPr>
            <p:ph type="body" idx="1"/>
          </p:nvPr>
        </p:nvSpPr>
        <p:spPr>
          <a:xfrm>
            <a:off x="972080" y="685800"/>
            <a:ext cx="4649787"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2240"/>
              <a:buNone/>
              <a:defRPr sz="2800" b="0">
                <a:solidFill>
                  <a:schemeClr val="lt1"/>
                </a:solidFill>
              </a:defRPr>
            </a:lvl1pPr>
            <a:lvl2pPr marL="914400" lvl="1" indent="-228600" algn="l">
              <a:spcBef>
                <a:spcPts val="600"/>
              </a:spcBef>
              <a:spcAft>
                <a:spcPts val="0"/>
              </a:spcAft>
              <a:buSzPts val="1600"/>
              <a:buNone/>
              <a:defRPr sz="2000" b="1"/>
            </a:lvl2pPr>
            <a:lvl3pPr marL="1371600" lvl="2" indent="-228600" algn="l">
              <a:spcBef>
                <a:spcPts val="600"/>
              </a:spcBef>
              <a:spcAft>
                <a:spcPts val="0"/>
              </a:spcAft>
              <a:buSzPts val="1440"/>
              <a:buNone/>
              <a:defRPr sz="1800" b="1"/>
            </a:lvl3pPr>
            <a:lvl4pPr marL="1828800" lvl="3" indent="-228600" algn="l">
              <a:spcBef>
                <a:spcPts val="600"/>
              </a:spcBef>
              <a:spcAft>
                <a:spcPts val="0"/>
              </a:spcAft>
              <a:buSzPts val="1280"/>
              <a:buNone/>
              <a:defRPr sz="1600" b="1"/>
            </a:lvl4pPr>
            <a:lvl5pPr marL="2286000" lvl="4" indent="-228600" algn="l">
              <a:spcBef>
                <a:spcPts val="600"/>
              </a:spcBef>
              <a:spcAft>
                <a:spcPts val="0"/>
              </a:spcAft>
              <a:buSzPts val="1280"/>
              <a:buNone/>
              <a:defRPr sz="1600" b="1"/>
            </a:lvl5pPr>
            <a:lvl6pPr marL="2743200" lvl="5" indent="-228600" algn="l">
              <a:spcBef>
                <a:spcPts val="600"/>
              </a:spcBef>
              <a:spcAft>
                <a:spcPts val="0"/>
              </a:spcAft>
              <a:buSzPts val="1280"/>
              <a:buNone/>
              <a:defRPr sz="1600" b="1"/>
            </a:lvl6pPr>
            <a:lvl7pPr marL="3200400" lvl="6" indent="-228600" algn="l">
              <a:spcBef>
                <a:spcPts val="600"/>
              </a:spcBef>
              <a:spcAft>
                <a:spcPts val="0"/>
              </a:spcAft>
              <a:buSzPts val="1280"/>
              <a:buNone/>
              <a:defRPr sz="1600" b="1"/>
            </a:lvl7pPr>
            <a:lvl8pPr marL="3657600" lvl="7" indent="-228600" algn="l">
              <a:spcBef>
                <a:spcPts val="600"/>
              </a:spcBef>
              <a:spcAft>
                <a:spcPts val="0"/>
              </a:spcAft>
              <a:buSzPts val="1280"/>
              <a:buNone/>
              <a:defRPr sz="1600" b="1"/>
            </a:lvl8pPr>
            <a:lvl9pPr marL="4114800" lvl="8" indent="-228600" algn="l">
              <a:spcBef>
                <a:spcPts val="600"/>
              </a:spcBef>
              <a:spcAft>
                <a:spcPts val="600"/>
              </a:spcAft>
              <a:buSzPts val="1280"/>
              <a:buNone/>
              <a:defRPr sz="1600" b="1"/>
            </a:lvl9pPr>
          </a:lstStyle>
          <a:p/>
        </p:txBody>
      </p:sp>
      <p:sp>
        <p:nvSpPr>
          <p:cNvPr id="61" name="Google Shape;61;p97"/>
          <p:cNvSpPr txBox="1"/>
          <p:nvPr>
            <p:ph type="body" idx="2"/>
          </p:nvPr>
        </p:nvSpPr>
        <p:spPr>
          <a:xfrm>
            <a:off x="684211" y="1270529"/>
            <a:ext cx="4937655" cy="3030538"/>
          </a:xfrm>
          <a:prstGeom prst="rect">
            <a:avLst/>
          </a:prstGeom>
          <a:noFill/>
          <a:ln>
            <a:noFill/>
          </a:ln>
        </p:spPr>
        <p:txBody>
          <a:bodyPr spcFirstLastPara="1" wrap="square" lIns="91425" tIns="45700" rIns="91425" bIns="45700" anchor="t"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62" name="Google Shape;62;p97"/>
          <p:cNvSpPr txBox="1"/>
          <p:nvPr>
            <p:ph type="body" idx="3"/>
          </p:nvPr>
        </p:nvSpPr>
        <p:spPr>
          <a:xfrm>
            <a:off x="6079066" y="685800"/>
            <a:ext cx="4665134"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2240"/>
              <a:buNone/>
              <a:defRPr sz="2800" b="0">
                <a:solidFill>
                  <a:schemeClr val="lt1"/>
                </a:solidFill>
              </a:defRPr>
            </a:lvl1pPr>
            <a:lvl2pPr marL="914400" lvl="1" indent="-228600" algn="l">
              <a:spcBef>
                <a:spcPts val="600"/>
              </a:spcBef>
              <a:spcAft>
                <a:spcPts val="0"/>
              </a:spcAft>
              <a:buSzPts val="1600"/>
              <a:buNone/>
              <a:defRPr sz="2000" b="1"/>
            </a:lvl2pPr>
            <a:lvl3pPr marL="1371600" lvl="2" indent="-228600" algn="l">
              <a:spcBef>
                <a:spcPts val="600"/>
              </a:spcBef>
              <a:spcAft>
                <a:spcPts val="0"/>
              </a:spcAft>
              <a:buSzPts val="1440"/>
              <a:buNone/>
              <a:defRPr sz="1800" b="1"/>
            </a:lvl3pPr>
            <a:lvl4pPr marL="1828800" lvl="3" indent="-228600" algn="l">
              <a:spcBef>
                <a:spcPts val="600"/>
              </a:spcBef>
              <a:spcAft>
                <a:spcPts val="0"/>
              </a:spcAft>
              <a:buSzPts val="1280"/>
              <a:buNone/>
              <a:defRPr sz="1600" b="1"/>
            </a:lvl4pPr>
            <a:lvl5pPr marL="2286000" lvl="4" indent="-228600" algn="l">
              <a:spcBef>
                <a:spcPts val="600"/>
              </a:spcBef>
              <a:spcAft>
                <a:spcPts val="0"/>
              </a:spcAft>
              <a:buSzPts val="1280"/>
              <a:buNone/>
              <a:defRPr sz="1600" b="1"/>
            </a:lvl5pPr>
            <a:lvl6pPr marL="2743200" lvl="5" indent="-228600" algn="l">
              <a:spcBef>
                <a:spcPts val="600"/>
              </a:spcBef>
              <a:spcAft>
                <a:spcPts val="0"/>
              </a:spcAft>
              <a:buSzPts val="1280"/>
              <a:buNone/>
              <a:defRPr sz="1600" b="1"/>
            </a:lvl6pPr>
            <a:lvl7pPr marL="3200400" lvl="6" indent="-228600" algn="l">
              <a:spcBef>
                <a:spcPts val="600"/>
              </a:spcBef>
              <a:spcAft>
                <a:spcPts val="0"/>
              </a:spcAft>
              <a:buSzPts val="1280"/>
              <a:buNone/>
              <a:defRPr sz="1600" b="1"/>
            </a:lvl7pPr>
            <a:lvl8pPr marL="3657600" lvl="7" indent="-228600" algn="l">
              <a:spcBef>
                <a:spcPts val="600"/>
              </a:spcBef>
              <a:spcAft>
                <a:spcPts val="0"/>
              </a:spcAft>
              <a:buSzPts val="1280"/>
              <a:buNone/>
              <a:defRPr sz="1600" b="1"/>
            </a:lvl8pPr>
            <a:lvl9pPr marL="4114800" lvl="8" indent="-228600" algn="l">
              <a:spcBef>
                <a:spcPts val="600"/>
              </a:spcBef>
              <a:spcAft>
                <a:spcPts val="600"/>
              </a:spcAft>
              <a:buSzPts val="1280"/>
              <a:buNone/>
              <a:defRPr sz="1600" b="1"/>
            </a:lvl9pPr>
          </a:lstStyle>
          <a:p/>
        </p:txBody>
      </p:sp>
      <p:sp>
        <p:nvSpPr>
          <p:cNvPr id="63" name="Google Shape;63;p97"/>
          <p:cNvSpPr txBox="1"/>
          <p:nvPr>
            <p:ph type="body" idx="4"/>
          </p:nvPr>
        </p:nvSpPr>
        <p:spPr>
          <a:xfrm>
            <a:off x="5806545" y="1262062"/>
            <a:ext cx="4929188" cy="3030538"/>
          </a:xfrm>
          <a:prstGeom prst="rect">
            <a:avLst/>
          </a:prstGeom>
          <a:noFill/>
          <a:ln>
            <a:noFill/>
          </a:ln>
        </p:spPr>
        <p:txBody>
          <a:bodyPr spcFirstLastPara="1" wrap="square" lIns="91425" tIns="45700" rIns="91425" bIns="45700" anchor="t"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64" name="Google Shape;64;p97"/>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7"/>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7"/>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67" name="Shape 67"/>
        <p:cNvGrpSpPr/>
        <p:nvPr/>
      </p:nvGrpSpPr>
      <p:grpSpPr>
        <a:xfrm>
          <a:off x="0" y="0"/>
          <a:ext cx="0" cy="0"/>
          <a:chOff x="0" y="0"/>
          <a:chExt cx="0" cy="0"/>
        </a:xfrm>
      </p:grpSpPr>
      <p:sp>
        <p:nvSpPr>
          <p:cNvPr id="68" name="Google Shape;68;p98"/>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8"/>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8"/>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8"/>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72" name="Shape 72"/>
        <p:cNvGrpSpPr/>
        <p:nvPr/>
      </p:nvGrpSpPr>
      <p:grpSpPr>
        <a:xfrm>
          <a:off x="0" y="0"/>
          <a:ext cx="0" cy="0"/>
          <a:chOff x="0" y="0"/>
          <a:chExt cx="0" cy="0"/>
        </a:xfrm>
      </p:grpSpPr>
      <p:sp>
        <p:nvSpPr>
          <p:cNvPr id="73" name="Google Shape;73;p99"/>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9"/>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99"/>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76" name="Shape 76"/>
        <p:cNvGrpSpPr/>
        <p:nvPr/>
      </p:nvGrpSpPr>
      <p:grpSpPr>
        <a:xfrm>
          <a:off x="0" y="0"/>
          <a:ext cx="0" cy="0"/>
          <a:chOff x="0" y="0"/>
          <a:chExt cx="0" cy="0"/>
        </a:xfrm>
      </p:grpSpPr>
      <p:sp>
        <p:nvSpPr>
          <p:cNvPr id="77" name="Google Shape;77;p100"/>
          <p:cNvSpPr txBox="1"/>
          <p:nvPr>
            <p:ph type="title"/>
          </p:nvPr>
        </p:nvSpPr>
        <p:spPr>
          <a:xfrm>
            <a:off x="7085012" y="685800"/>
            <a:ext cx="36576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400"/>
              <a:buFont typeface="Century Gothic" panose="020B0502020202020204"/>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0"/>
          <p:cNvSpPr txBox="1"/>
          <p:nvPr>
            <p:ph type="body" idx="1"/>
          </p:nvPr>
        </p:nvSpPr>
        <p:spPr>
          <a:xfrm>
            <a:off x="684212" y="685800"/>
            <a:ext cx="5943601" cy="5308600"/>
          </a:xfrm>
          <a:prstGeom prst="rect">
            <a:avLst/>
          </a:prstGeom>
          <a:noFill/>
          <a:ln>
            <a:noFill/>
          </a:ln>
        </p:spPr>
        <p:txBody>
          <a:bodyPr spcFirstLastPara="1" wrap="square" lIns="91425" tIns="45700" rIns="91425" bIns="45700" anchor="ctr"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79" name="Google Shape;79;p100"/>
          <p:cNvSpPr txBox="1"/>
          <p:nvPr>
            <p:ph type="body" idx="2"/>
          </p:nvPr>
        </p:nvSpPr>
        <p:spPr>
          <a:xfrm>
            <a:off x="7085012" y="2209799"/>
            <a:ext cx="3657600" cy="2091267"/>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SzPts val="1280"/>
              <a:buNone/>
              <a:defRPr sz="1600"/>
            </a:lvl1pPr>
            <a:lvl2pPr marL="914400" lvl="1" indent="-228600" algn="l">
              <a:spcBef>
                <a:spcPts val="600"/>
              </a:spcBef>
              <a:spcAft>
                <a:spcPts val="0"/>
              </a:spcAft>
              <a:buSzPts val="960"/>
              <a:buNone/>
              <a:defRPr sz="1200"/>
            </a:lvl2pPr>
            <a:lvl3pPr marL="1371600" lvl="2" indent="-228600" algn="l">
              <a:spcBef>
                <a:spcPts val="600"/>
              </a:spcBef>
              <a:spcAft>
                <a:spcPts val="0"/>
              </a:spcAft>
              <a:buSzPts val="800"/>
              <a:buNone/>
              <a:defRPr sz="1000"/>
            </a:lvl3pPr>
            <a:lvl4pPr marL="1828800" lvl="3" indent="-228600" algn="l">
              <a:spcBef>
                <a:spcPts val="600"/>
              </a:spcBef>
              <a:spcAft>
                <a:spcPts val="0"/>
              </a:spcAft>
              <a:buSzPts val="720"/>
              <a:buNone/>
              <a:defRPr sz="900"/>
            </a:lvl4pPr>
            <a:lvl5pPr marL="2286000" lvl="4" indent="-228600" algn="l">
              <a:spcBef>
                <a:spcPts val="600"/>
              </a:spcBef>
              <a:spcAft>
                <a:spcPts val="0"/>
              </a:spcAft>
              <a:buSzPts val="720"/>
              <a:buNone/>
              <a:defRPr sz="900"/>
            </a:lvl5pPr>
            <a:lvl6pPr marL="2743200" lvl="5" indent="-228600" algn="l">
              <a:spcBef>
                <a:spcPts val="600"/>
              </a:spcBef>
              <a:spcAft>
                <a:spcPts val="0"/>
              </a:spcAft>
              <a:buSzPts val="720"/>
              <a:buNone/>
              <a:defRPr sz="900"/>
            </a:lvl6pPr>
            <a:lvl7pPr marL="3200400" lvl="6" indent="-228600" algn="l">
              <a:spcBef>
                <a:spcPts val="600"/>
              </a:spcBef>
              <a:spcAft>
                <a:spcPts val="0"/>
              </a:spcAft>
              <a:buSzPts val="720"/>
              <a:buNone/>
              <a:defRPr sz="900"/>
            </a:lvl7pPr>
            <a:lvl8pPr marL="3657600" lvl="7" indent="-228600" algn="l">
              <a:spcBef>
                <a:spcPts val="600"/>
              </a:spcBef>
              <a:spcAft>
                <a:spcPts val="0"/>
              </a:spcAft>
              <a:buSzPts val="720"/>
              <a:buNone/>
              <a:defRPr sz="900"/>
            </a:lvl8pPr>
            <a:lvl9pPr marL="4114800" lvl="8" indent="-228600" algn="l">
              <a:spcBef>
                <a:spcPts val="600"/>
              </a:spcBef>
              <a:spcAft>
                <a:spcPts val="600"/>
              </a:spcAft>
              <a:buSzPts val="720"/>
              <a:buNone/>
              <a:defRPr sz="900"/>
            </a:lvl9pPr>
          </a:lstStyle>
          <a:p/>
        </p:txBody>
      </p:sp>
      <p:sp>
        <p:nvSpPr>
          <p:cNvPr id="80" name="Google Shape;80;p100"/>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0"/>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0"/>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83" name="Shape 83"/>
        <p:cNvGrpSpPr/>
        <p:nvPr/>
      </p:nvGrpSpPr>
      <p:grpSpPr>
        <a:xfrm>
          <a:off x="0" y="0"/>
          <a:ext cx="0" cy="0"/>
          <a:chOff x="0" y="0"/>
          <a:chExt cx="0" cy="0"/>
        </a:xfrm>
      </p:grpSpPr>
      <p:sp>
        <p:nvSpPr>
          <p:cNvPr id="84" name="Google Shape;84;p101"/>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01"/>
          <p:cNvSpPr/>
          <p:nvPr>
            <p:ph type="pic" idx="2"/>
          </p:nvPr>
        </p:nvSpPr>
        <p:spPr>
          <a:xfrm>
            <a:off x="685800" y="533400"/>
            <a:ext cx="10818812" cy="3124200"/>
          </a:xfrm>
          <a:prstGeom prst="snip2DiagRect">
            <a:avLst>
              <a:gd name="adj1" fmla="val 10815"/>
              <a:gd name="adj2" fmla="val 0"/>
            </a:avLst>
          </a:prstGeom>
          <a:noFill/>
          <a:ln w="15875" cap="flat" cmpd="sng">
            <a:solidFill>
              <a:schemeClr val="lt1">
                <a:alpha val="40000"/>
              </a:schemeClr>
            </a:solidFill>
            <a:prstDash val="solid"/>
            <a:round/>
            <a:headEnd type="none" w="sm" len="sm"/>
            <a:tailEnd type="none" w="sm" len="sm"/>
          </a:ln>
        </p:spPr>
      </p:sp>
      <p:sp>
        <p:nvSpPr>
          <p:cNvPr id="86" name="Google Shape;86;p101"/>
          <p:cNvSpPr txBox="1"/>
          <p:nvPr>
            <p:ph type="body" idx="1"/>
          </p:nvPr>
        </p:nvSpPr>
        <p:spPr>
          <a:xfrm>
            <a:off x="914402" y="3843867"/>
            <a:ext cx="8304210" cy="4572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SzPts val="1280"/>
              <a:buFont typeface="Century Gothic" panose="020B0502020202020204"/>
              <a:buNone/>
              <a:defRPr sz="1600"/>
            </a:lvl1pPr>
            <a:lvl2pPr marL="914400" lvl="1" indent="-228600" algn="l">
              <a:spcBef>
                <a:spcPts val="600"/>
              </a:spcBef>
              <a:spcAft>
                <a:spcPts val="0"/>
              </a:spcAft>
              <a:buSzPts val="1440"/>
              <a:buFont typeface="Century Gothic" panose="020B0502020202020204"/>
              <a:buNone/>
              <a:defRPr/>
            </a:lvl2pPr>
            <a:lvl3pPr marL="1371600" lvl="2" indent="-228600" algn="l">
              <a:spcBef>
                <a:spcPts val="600"/>
              </a:spcBef>
              <a:spcAft>
                <a:spcPts val="0"/>
              </a:spcAft>
              <a:buSzPts val="1280"/>
              <a:buFont typeface="Century Gothic" panose="020B0502020202020204"/>
              <a:buNone/>
              <a:defRPr/>
            </a:lvl3pPr>
            <a:lvl4pPr marL="1828800" lvl="3" indent="-228600" algn="l">
              <a:spcBef>
                <a:spcPts val="600"/>
              </a:spcBef>
              <a:spcAft>
                <a:spcPts val="0"/>
              </a:spcAft>
              <a:buSzPts val="1120"/>
              <a:buFont typeface="Century Gothic" panose="020B0502020202020204"/>
              <a:buNone/>
              <a:defRPr/>
            </a:lvl4pPr>
            <a:lvl5pPr marL="2286000" lvl="4" indent="-228600" algn="l">
              <a:spcBef>
                <a:spcPts val="600"/>
              </a:spcBef>
              <a:spcAft>
                <a:spcPts val="0"/>
              </a:spcAft>
              <a:buSzPts val="1120"/>
              <a:buFont typeface="Century Gothic" panose="020B0502020202020204"/>
              <a:buNone/>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87" name="Google Shape;87;p101"/>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01"/>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01"/>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90" name="Shape 90"/>
        <p:cNvGrpSpPr/>
        <p:nvPr/>
      </p:nvGrpSpPr>
      <p:grpSpPr>
        <a:xfrm>
          <a:off x="0" y="0"/>
          <a:ext cx="0" cy="0"/>
          <a:chOff x="0" y="0"/>
          <a:chExt cx="0" cy="0"/>
        </a:xfrm>
      </p:grpSpPr>
      <p:sp>
        <p:nvSpPr>
          <p:cNvPr id="91" name="Google Shape;91;p102"/>
          <p:cNvSpPr txBox="1"/>
          <p:nvPr>
            <p:ph type="title"/>
          </p:nvPr>
        </p:nvSpPr>
        <p:spPr>
          <a:xfrm>
            <a:off x="684213" y="685800"/>
            <a:ext cx="10058400" cy="2743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200"/>
              <a:buFont typeface="Century Gothic" panose="020B0502020202020204"/>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02"/>
          <p:cNvSpPr txBox="1"/>
          <p:nvPr>
            <p:ph type="body" idx="1"/>
          </p:nvPr>
        </p:nvSpPr>
        <p:spPr>
          <a:xfrm>
            <a:off x="684212" y="4114800"/>
            <a:ext cx="8535988" cy="1879600"/>
          </a:xfrm>
          <a:prstGeom prst="rect">
            <a:avLst/>
          </a:prstGeom>
          <a:noFill/>
          <a:ln>
            <a:noFill/>
          </a:ln>
        </p:spPr>
        <p:txBody>
          <a:bodyPr spcFirstLastPara="1" wrap="square" lIns="91425" tIns="45700" rIns="91425" bIns="45700" anchor="ctr" anchorCtr="0">
            <a:normAutofit/>
          </a:bodyPr>
          <a:lstStyle>
            <a:lvl1pPr marL="457200" lvl="0" indent="-228600" algn="l">
              <a:spcBef>
                <a:spcPts val="400"/>
              </a:spcBef>
              <a:spcAft>
                <a:spcPts val="0"/>
              </a:spcAft>
              <a:buSzPts val="1600"/>
              <a:buNone/>
              <a:defRPr sz="20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93" name="Google Shape;93;p102"/>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02"/>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02"/>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96" name="Shape 96"/>
        <p:cNvGrpSpPr/>
        <p:nvPr/>
      </p:nvGrpSpPr>
      <p:grpSpPr>
        <a:xfrm>
          <a:off x="0" y="0"/>
          <a:ext cx="0" cy="0"/>
          <a:chOff x="0" y="0"/>
          <a:chExt cx="0" cy="0"/>
        </a:xfrm>
      </p:grpSpPr>
      <p:sp>
        <p:nvSpPr>
          <p:cNvPr id="97" name="Google Shape;97;p103"/>
          <p:cNvSpPr txBox="1"/>
          <p:nvPr>
            <p:ph type="title"/>
          </p:nvPr>
        </p:nvSpPr>
        <p:spPr>
          <a:xfrm>
            <a:off x="1141411" y="685800"/>
            <a:ext cx="9144001" cy="2743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200"/>
              <a:buFont typeface="Century Gothic" panose="020B0502020202020204"/>
              <a:buNone/>
              <a:defRPr sz="3200" b="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03"/>
          <p:cNvSpPr txBox="1"/>
          <p:nvPr>
            <p:ph type="body" idx="1"/>
          </p:nvPr>
        </p:nvSpPr>
        <p:spPr>
          <a:xfrm>
            <a:off x="1446212" y="3429000"/>
            <a:ext cx="8534400" cy="381000"/>
          </a:xfrm>
          <a:prstGeom prst="rect">
            <a:avLst/>
          </a:prstGeom>
          <a:noFill/>
          <a:ln>
            <a:noFill/>
          </a:ln>
        </p:spPr>
        <p:txBody>
          <a:bodyPr spcFirstLastPara="1" wrap="square" lIns="91425" tIns="45700" rIns="91425" bIns="45700" anchor="ctr" anchorCtr="0">
            <a:normAutofit/>
          </a:bodyPr>
          <a:lstStyle>
            <a:lvl1pPr marL="457200" lvl="0" indent="-228600" algn="l">
              <a:spcBef>
                <a:spcPts val="400"/>
              </a:spcBef>
              <a:spcAft>
                <a:spcPts val="0"/>
              </a:spcAft>
              <a:buSzPts val="1600"/>
              <a:buFont typeface="Century Gothic" panose="020B0502020202020204"/>
              <a:buNone/>
              <a:defRPr/>
            </a:lvl1pPr>
            <a:lvl2pPr marL="914400" lvl="1" indent="-228600" algn="l">
              <a:spcBef>
                <a:spcPts val="600"/>
              </a:spcBef>
              <a:spcAft>
                <a:spcPts val="0"/>
              </a:spcAft>
              <a:buSzPts val="1440"/>
              <a:buFont typeface="Century Gothic" panose="020B0502020202020204"/>
              <a:buNone/>
              <a:defRPr/>
            </a:lvl2pPr>
            <a:lvl3pPr marL="1371600" lvl="2" indent="-228600" algn="l">
              <a:spcBef>
                <a:spcPts val="600"/>
              </a:spcBef>
              <a:spcAft>
                <a:spcPts val="0"/>
              </a:spcAft>
              <a:buSzPts val="1280"/>
              <a:buFont typeface="Century Gothic" panose="020B0502020202020204"/>
              <a:buNone/>
              <a:defRPr/>
            </a:lvl3pPr>
            <a:lvl4pPr marL="1828800" lvl="3" indent="-228600" algn="l">
              <a:spcBef>
                <a:spcPts val="600"/>
              </a:spcBef>
              <a:spcAft>
                <a:spcPts val="0"/>
              </a:spcAft>
              <a:buSzPts val="1120"/>
              <a:buFont typeface="Century Gothic" panose="020B0502020202020204"/>
              <a:buNone/>
              <a:defRPr/>
            </a:lvl4pPr>
            <a:lvl5pPr marL="2286000" lvl="4" indent="-228600" algn="l">
              <a:spcBef>
                <a:spcPts val="600"/>
              </a:spcBef>
              <a:spcAft>
                <a:spcPts val="0"/>
              </a:spcAft>
              <a:buSzPts val="1120"/>
              <a:buFont typeface="Century Gothic" panose="020B0502020202020204"/>
              <a:buNone/>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99" name="Google Shape;99;p103"/>
          <p:cNvSpPr txBox="1"/>
          <p:nvPr>
            <p:ph type="body" idx="2"/>
          </p:nvPr>
        </p:nvSpPr>
        <p:spPr>
          <a:xfrm>
            <a:off x="684213" y="4301067"/>
            <a:ext cx="8534400" cy="1684865"/>
          </a:xfrm>
          <a:prstGeom prst="rect">
            <a:avLst/>
          </a:prstGeom>
          <a:noFill/>
          <a:ln>
            <a:noFill/>
          </a:ln>
        </p:spPr>
        <p:txBody>
          <a:bodyPr spcFirstLastPara="1" wrap="square" lIns="91425" tIns="45700" rIns="91425" bIns="45700" anchor="ctr" anchorCtr="0">
            <a:normAutofit/>
          </a:bodyPr>
          <a:lstStyle>
            <a:lvl1pPr marL="457200" lvl="0" indent="-228600" algn="l">
              <a:spcBef>
                <a:spcPts val="400"/>
              </a:spcBef>
              <a:spcAft>
                <a:spcPts val="0"/>
              </a:spcAft>
              <a:buSzPts val="1600"/>
              <a:buNone/>
              <a:defRPr sz="20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100" name="Google Shape;100;p103"/>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03"/>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03"/>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
        <p:nvSpPr>
          <p:cNvPr id="103" name="Google Shape;103;p103"/>
          <p:cNvSpPr txBox="1"/>
          <p:nvPr/>
        </p:nvSpPr>
        <p:spPr>
          <a:xfrm>
            <a:off x="531812" y="812222"/>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rPr>
              <a:t>“</a:t>
            </a:r>
            <a:endPar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4" name="Google Shape;104;p103"/>
          <p:cNvSpPr txBox="1"/>
          <p:nvPr/>
        </p:nvSpPr>
        <p:spPr>
          <a:xfrm>
            <a:off x="10285412" y="2768601"/>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rPr>
              <a:t>”</a:t>
            </a:r>
            <a:endPar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05" name="Shape 105"/>
        <p:cNvGrpSpPr/>
        <p:nvPr/>
      </p:nvGrpSpPr>
      <p:grpSpPr>
        <a:xfrm>
          <a:off x="0" y="0"/>
          <a:ext cx="0" cy="0"/>
          <a:chOff x="0" y="0"/>
          <a:chExt cx="0" cy="0"/>
        </a:xfrm>
      </p:grpSpPr>
      <p:sp>
        <p:nvSpPr>
          <p:cNvPr id="106" name="Google Shape;106;p104"/>
          <p:cNvSpPr txBox="1"/>
          <p:nvPr>
            <p:ph type="title"/>
          </p:nvPr>
        </p:nvSpPr>
        <p:spPr>
          <a:xfrm>
            <a:off x="684212" y="3429000"/>
            <a:ext cx="8534400" cy="169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200"/>
              <a:buFont typeface="Century Gothic" panose="020B0502020202020204"/>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04"/>
          <p:cNvSpPr txBox="1"/>
          <p:nvPr>
            <p:ph type="body" idx="1"/>
          </p:nvPr>
        </p:nvSpPr>
        <p:spPr>
          <a:xfrm>
            <a:off x="684211" y="5132981"/>
            <a:ext cx="8535990"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600"/>
              <a:buNone/>
              <a:defRPr sz="20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108" name="Google Shape;108;p104"/>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04"/>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04"/>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11" name="Shape 111"/>
        <p:cNvGrpSpPr/>
        <p:nvPr/>
      </p:nvGrpSpPr>
      <p:grpSpPr>
        <a:xfrm>
          <a:off x="0" y="0"/>
          <a:ext cx="0" cy="0"/>
          <a:chOff x="0" y="0"/>
          <a:chExt cx="0" cy="0"/>
        </a:xfrm>
      </p:grpSpPr>
      <p:sp>
        <p:nvSpPr>
          <p:cNvPr id="112" name="Google Shape;112;p105"/>
          <p:cNvSpPr txBox="1"/>
          <p:nvPr>
            <p:ph type="title"/>
          </p:nvPr>
        </p:nvSpPr>
        <p:spPr>
          <a:xfrm>
            <a:off x="1141413" y="685800"/>
            <a:ext cx="9144000" cy="2743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200"/>
              <a:buFont typeface="Century Gothic" panose="020B0502020202020204"/>
              <a:buNone/>
              <a:defRPr sz="3200" b="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05"/>
          <p:cNvSpPr txBox="1"/>
          <p:nvPr>
            <p:ph type="body" idx="1"/>
          </p:nvPr>
        </p:nvSpPr>
        <p:spPr>
          <a:xfrm>
            <a:off x="684212" y="3928534"/>
            <a:ext cx="8534401" cy="1049866"/>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SzPts val="1920"/>
              <a:buNone/>
              <a:defRPr sz="2400" b="0" cap="none">
                <a:solidFill>
                  <a:schemeClr val="lt1"/>
                </a:solidFill>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114" name="Google Shape;114;p105"/>
          <p:cNvSpPr txBox="1"/>
          <p:nvPr>
            <p:ph type="body" idx="2"/>
          </p:nvPr>
        </p:nvSpPr>
        <p:spPr>
          <a:xfrm>
            <a:off x="684211" y="4978400"/>
            <a:ext cx="8534401" cy="10160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440"/>
              <a:buNone/>
              <a:defRPr sz="18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115" name="Google Shape;115;p105"/>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05"/>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05"/>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
        <p:nvSpPr>
          <p:cNvPr id="118" name="Google Shape;118;p105"/>
          <p:cNvSpPr txBox="1"/>
          <p:nvPr/>
        </p:nvSpPr>
        <p:spPr>
          <a:xfrm>
            <a:off x="531812" y="812222"/>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rPr>
              <a:t>“</a:t>
            </a:r>
            <a:endPar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19" name="Google Shape;119;p105"/>
          <p:cNvSpPr txBox="1"/>
          <p:nvPr/>
        </p:nvSpPr>
        <p:spPr>
          <a:xfrm>
            <a:off x="10285412" y="2768601"/>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rPr>
              <a:t>”</a:t>
            </a:r>
            <a:endPar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20" name="Shape 120"/>
        <p:cNvGrpSpPr/>
        <p:nvPr/>
      </p:nvGrpSpPr>
      <p:grpSpPr>
        <a:xfrm>
          <a:off x="0" y="0"/>
          <a:ext cx="0" cy="0"/>
          <a:chOff x="0" y="0"/>
          <a:chExt cx="0" cy="0"/>
        </a:xfrm>
      </p:grpSpPr>
      <p:sp>
        <p:nvSpPr>
          <p:cNvPr id="121" name="Google Shape;121;p106"/>
          <p:cNvSpPr txBox="1"/>
          <p:nvPr>
            <p:ph type="title"/>
          </p:nvPr>
        </p:nvSpPr>
        <p:spPr>
          <a:xfrm>
            <a:off x="684213" y="685800"/>
            <a:ext cx="10058400" cy="2743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600"/>
              <a:buFont typeface="Century Gothic" panose="020B0502020202020204"/>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06"/>
          <p:cNvSpPr txBox="1"/>
          <p:nvPr>
            <p:ph type="body" idx="1"/>
          </p:nvPr>
        </p:nvSpPr>
        <p:spPr>
          <a:xfrm>
            <a:off x="684212" y="3928534"/>
            <a:ext cx="8534400" cy="8382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SzPts val="1920"/>
              <a:buNone/>
              <a:defRPr sz="2400" b="0" cap="none">
                <a:solidFill>
                  <a:schemeClr val="lt1"/>
                </a:solidFill>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123" name="Google Shape;123;p106"/>
          <p:cNvSpPr txBox="1"/>
          <p:nvPr>
            <p:ph type="body" idx="2"/>
          </p:nvPr>
        </p:nvSpPr>
        <p:spPr>
          <a:xfrm>
            <a:off x="684211" y="4766732"/>
            <a:ext cx="8534401" cy="1227667"/>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440"/>
              <a:buNone/>
              <a:defRPr sz="18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124" name="Google Shape;124;p106"/>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06"/>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06"/>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27" name="Shape 127"/>
        <p:cNvGrpSpPr/>
        <p:nvPr/>
      </p:nvGrpSpPr>
      <p:grpSpPr>
        <a:xfrm>
          <a:off x="0" y="0"/>
          <a:ext cx="0" cy="0"/>
          <a:chOff x="0" y="0"/>
          <a:chExt cx="0" cy="0"/>
        </a:xfrm>
      </p:grpSpPr>
      <p:sp>
        <p:nvSpPr>
          <p:cNvPr id="128" name="Google Shape;128;p107"/>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600"/>
              <a:buFont typeface="Century Gothic" panose="020B0502020202020204"/>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07"/>
          <p:cNvSpPr txBox="1"/>
          <p:nvPr>
            <p:ph type="body" idx="1"/>
          </p:nvPr>
        </p:nvSpPr>
        <p:spPr>
          <a:xfrm rot="5400000">
            <a:off x="3143778" y="-1773766"/>
            <a:ext cx="3615267" cy="8534400"/>
          </a:xfrm>
          <a:prstGeom prst="rect">
            <a:avLst/>
          </a:prstGeom>
          <a:noFill/>
          <a:ln>
            <a:noFill/>
          </a:ln>
        </p:spPr>
        <p:txBody>
          <a:bodyPr spcFirstLastPara="1" wrap="square" lIns="91425" tIns="45700" rIns="91425" bIns="45700" anchor="t"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130" name="Google Shape;130;p107"/>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07"/>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07"/>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33" name="Shape 133"/>
        <p:cNvGrpSpPr/>
        <p:nvPr/>
      </p:nvGrpSpPr>
      <p:grpSpPr>
        <a:xfrm>
          <a:off x="0" y="0"/>
          <a:ext cx="0" cy="0"/>
          <a:chOff x="0" y="0"/>
          <a:chExt cx="0" cy="0"/>
        </a:xfrm>
      </p:grpSpPr>
      <p:sp>
        <p:nvSpPr>
          <p:cNvPr id="134" name="Google Shape;134;p108"/>
          <p:cNvSpPr txBox="1"/>
          <p:nvPr>
            <p:ph type="title"/>
          </p:nvPr>
        </p:nvSpPr>
        <p:spPr>
          <a:xfrm rot="5400000">
            <a:off x="7427912" y="1943100"/>
            <a:ext cx="4572000" cy="2057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08"/>
          <p:cNvSpPr txBox="1"/>
          <p:nvPr>
            <p:ph type="body" idx="1"/>
          </p:nvPr>
        </p:nvSpPr>
        <p:spPr>
          <a:xfrm rot="5400000">
            <a:off x="1943100" y="-571500"/>
            <a:ext cx="5308600" cy="7823200"/>
          </a:xfrm>
          <a:prstGeom prst="rect">
            <a:avLst/>
          </a:prstGeom>
          <a:noFill/>
          <a:ln>
            <a:noFill/>
          </a:ln>
        </p:spPr>
        <p:txBody>
          <a:bodyPr spcFirstLastPara="1" wrap="square" lIns="91425" tIns="45700" rIns="91425" bIns="45700" anchor="t"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136" name="Google Shape;136;p108"/>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08"/>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08"/>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51" name="Shape 151"/>
        <p:cNvGrpSpPr/>
        <p:nvPr/>
      </p:nvGrpSpPr>
      <p:grpSpPr>
        <a:xfrm>
          <a:off x="0" y="0"/>
          <a:ext cx="0" cy="0"/>
          <a:chOff x="0" y="0"/>
          <a:chExt cx="0" cy="0"/>
        </a:xfrm>
      </p:grpSpPr>
      <p:sp>
        <p:nvSpPr>
          <p:cNvPr id="152" name="Google Shape;152;p75"/>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75"/>
          <p:cNvSpPr txBox="1"/>
          <p:nvPr>
            <p:ph type="body" idx="1"/>
          </p:nvPr>
        </p:nvSpPr>
        <p:spPr>
          <a:xfrm>
            <a:off x="684212" y="685800"/>
            <a:ext cx="8534400" cy="3615267"/>
          </a:xfrm>
          <a:prstGeom prst="rect">
            <a:avLst/>
          </a:prstGeom>
          <a:noFill/>
          <a:ln>
            <a:noFill/>
          </a:ln>
        </p:spPr>
        <p:txBody>
          <a:bodyPr spcFirstLastPara="1" wrap="square" lIns="91425" tIns="45700" rIns="91425" bIns="45700" anchor="ctr"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154" name="Google Shape;154;p75"/>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75"/>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75"/>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57" name="Shape 157"/>
        <p:cNvGrpSpPr/>
        <p:nvPr/>
      </p:nvGrpSpPr>
      <p:grpSpPr>
        <a:xfrm>
          <a:off x="0" y="0"/>
          <a:ext cx="0" cy="0"/>
          <a:chOff x="0" y="0"/>
          <a:chExt cx="0" cy="0"/>
        </a:xfrm>
      </p:grpSpPr>
      <p:sp>
        <p:nvSpPr>
          <p:cNvPr id="158" name="Google Shape;158;p79"/>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79"/>
          <p:cNvSpPr txBox="1"/>
          <p:nvPr>
            <p:ph type="body" idx="1"/>
          </p:nvPr>
        </p:nvSpPr>
        <p:spPr>
          <a:xfrm>
            <a:off x="684211" y="685800"/>
            <a:ext cx="4937655" cy="3615267"/>
          </a:xfrm>
          <a:prstGeom prst="rect">
            <a:avLst/>
          </a:prstGeom>
          <a:noFill/>
          <a:ln>
            <a:noFill/>
          </a:ln>
        </p:spPr>
        <p:txBody>
          <a:bodyPr spcFirstLastPara="1" wrap="square" lIns="91425" tIns="45700" rIns="91425" bIns="45700" anchor="ctr"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160" name="Google Shape;160;p79"/>
          <p:cNvSpPr txBox="1"/>
          <p:nvPr>
            <p:ph type="body" idx="2"/>
          </p:nvPr>
        </p:nvSpPr>
        <p:spPr>
          <a:xfrm>
            <a:off x="5808133" y="685801"/>
            <a:ext cx="4934479" cy="3615266"/>
          </a:xfrm>
          <a:prstGeom prst="rect">
            <a:avLst/>
          </a:prstGeom>
          <a:noFill/>
          <a:ln>
            <a:noFill/>
          </a:ln>
        </p:spPr>
        <p:txBody>
          <a:bodyPr spcFirstLastPara="1" wrap="square" lIns="91425" tIns="45700" rIns="91425" bIns="45700" anchor="ctr"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161" name="Google Shape;161;p79"/>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79"/>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79"/>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164" name="Shape 164"/>
        <p:cNvGrpSpPr/>
        <p:nvPr/>
      </p:nvGrpSpPr>
      <p:grpSpPr>
        <a:xfrm>
          <a:off x="0" y="0"/>
          <a:ext cx="0" cy="0"/>
          <a:chOff x="0" y="0"/>
          <a:chExt cx="0" cy="0"/>
        </a:xfrm>
      </p:grpSpPr>
      <p:sp>
        <p:nvSpPr>
          <p:cNvPr id="165" name="Google Shape;165;p80"/>
          <p:cNvSpPr txBox="1"/>
          <p:nvPr>
            <p:ph type="ctrTitle"/>
          </p:nvPr>
        </p:nvSpPr>
        <p:spPr>
          <a:xfrm>
            <a:off x="684212" y="685799"/>
            <a:ext cx="8001000" cy="297180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800"/>
              <a:buFont typeface="Century Gothic" panose="020B0502020202020204"/>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80"/>
          <p:cNvSpPr txBox="1"/>
          <p:nvPr>
            <p:ph type="subTitle" idx="1"/>
          </p:nvPr>
        </p:nvSpPr>
        <p:spPr>
          <a:xfrm>
            <a:off x="684212" y="3843867"/>
            <a:ext cx="6400800" cy="1947333"/>
          </a:xfrm>
          <a:prstGeom prst="rect">
            <a:avLst/>
          </a:prstGeom>
          <a:noFill/>
          <a:ln>
            <a:noFill/>
          </a:ln>
        </p:spPr>
        <p:txBody>
          <a:bodyPr spcFirstLastPara="1" wrap="square" lIns="91425" tIns="45700" rIns="91425" bIns="45700" anchor="t" anchorCtr="0">
            <a:normAutofit/>
          </a:bodyPr>
          <a:lstStyle>
            <a:lvl1pPr lvl="0" algn="l">
              <a:spcBef>
                <a:spcPts val="420"/>
              </a:spcBef>
              <a:spcAft>
                <a:spcPts val="0"/>
              </a:spcAft>
              <a:buSzPts val="1680"/>
              <a:buNone/>
              <a:defRPr sz="2100">
                <a:solidFill>
                  <a:srgbClr val="0F486F"/>
                </a:solidFill>
              </a:defRPr>
            </a:lvl1pPr>
            <a:lvl2pPr lvl="1" algn="ctr">
              <a:spcBef>
                <a:spcPts val="600"/>
              </a:spcBef>
              <a:spcAft>
                <a:spcPts val="0"/>
              </a:spcAft>
              <a:buSzPts val="1440"/>
              <a:buNone/>
              <a:defRPr>
                <a:solidFill>
                  <a:schemeClr val="lt1"/>
                </a:solidFill>
              </a:defRPr>
            </a:lvl2pPr>
            <a:lvl3pPr lvl="2" algn="ctr">
              <a:spcBef>
                <a:spcPts val="600"/>
              </a:spcBef>
              <a:spcAft>
                <a:spcPts val="0"/>
              </a:spcAft>
              <a:buSzPts val="128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1120"/>
              <a:buNone/>
              <a:defRPr>
                <a:solidFill>
                  <a:schemeClr val="lt1"/>
                </a:solidFill>
              </a:defRPr>
            </a:lvl6pPr>
            <a:lvl7pPr lvl="6" algn="ctr">
              <a:spcBef>
                <a:spcPts val="600"/>
              </a:spcBef>
              <a:spcAft>
                <a:spcPts val="0"/>
              </a:spcAft>
              <a:buSzPts val="1120"/>
              <a:buNone/>
              <a:defRPr>
                <a:solidFill>
                  <a:schemeClr val="lt1"/>
                </a:solidFill>
              </a:defRPr>
            </a:lvl7pPr>
            <a:lvl8pPr lvl="7" algn="ctr">
              <a:spcBef>
                <a:spcPts val="600"/>
              </a:spcBef>
              <a:spcAft>
                <a:spcPts val="0"/>
              </a:spcAft>
              <a:buSzPts val="1120"/>
              <a:buNone/>
              <a:defRPr>
                <a:solidFill>
                  <a:schemeClr val="lt1"/>
                </a:solidFill>
              </a:defRPr>
            </a:lvl8pPr>
            <a:lvl9pPr lvl="8" algn="ctr">
              <a:spcBef>
                <a:spcPts val="600"/>
              </a:spcBef>
              <a:spcAft>
                <a:spcPts val="600"/>
              </a:spcAft>
              <a:buSzPts val="1120"/>
              <a:buNone/>
              <a:defRPr>
                <a:solidFill>
                  <a:schemeClr val="lt1"/>
                </a:solidFill>
              </a:defRPr>
            </a:lvl9pPr>
          </a:lstStyle>
          <a:p/>
        </p:txBody>
      </p:sp>
      <p:sp>
        <p:nvSpPr>
          <p:cNvPr id="167" name="Google Shape;167;p80"/>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80"/>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80"/>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cxnSp>
        <p:nvCxnSpPr>
          <p:cNvPr id="170" name="Google Shape;170;p80"/>
          <p:cNvCxnSpPr/>
          <p:nvPr/>
        </p:nvCxnSpPr>
        <p:spPr>
          <a:xfrm flipH="1">
            <a:off x="8228012" y="8467"/>
            <a:ext cx="3810000" cy="3810000"/>
          </a:xfrm>
          <a:prstGeom prst="straightConnector1">
            <a:avLst/>
          </a:prstGeom>
          <a:noFill/>
          <a:ln w="12700" cap="flat" cmpd="sng">
            <a:solidFill>
              <a:schemeClr val="lt1"/>
            </a:solidFill>
            <a:prstDash val="solid"/>
            <a:round/>
            <a:headEnd type="none" w="sm" len="sm"/>
            <a:tailEnd type="none" w="sm" len="sm"/>
          </a:ln>
        </p:spPr>
      </p:cxnSp>
      <p:cxnSp>
        <p:nvCxnSpPr>
          <p:cNvPr id="171" name="Google Shape;171;p80"/>
          <p:cNvCxnSpPr/>
          <p:nvPr/>
        </p:nvCxnSpPr>
        <p:spPr>
          <a:xfrm flipH="1">
            <a:off x="6108170" y="91545"/>
            <a:ext cx="6080655" cy="6080655"/>
          </a:xfrm>
          <a:prstGeom prst="straightConnector1">
            <a:avLst/>
          </a:prstGeom>
          <a:noFill/>
          <a:ln w="12700" cap="flat" cmpd="sng">
            <a:solidFill>
              <a:schemeClr val="lt1"/>
            </a:solidFill>
            <a:prstDash val="solid"/>
            <a:round/>
            <a:headEnd type="none" w="sm" len="sm"/>
            <a:tailEnd type="none" w="sm" len="sm"/>
          </a:ln>
        </p:spPr>
      </p:cxnSp>
      <p:cxnSp>
        <p:nvCxnSpPr>
          <p:cNvPr id="172" name="Google Shape;172;p80"/>
          <p:cNvCxnSpPr/>
          <p:nvPr/>
        </p:nvCxnSpPr>
        <p:spPr>
          <a:xfrm flipH="1">
            <a:off x="7235825" y="228600"/>
            <a:ext cx="4953000" cy="4953000"/>
          </a:xfrm>
          <a:prstGeom prst="straightConnector1">
            <a:avLst/>
          </a:prstGeom>
          <a:noFill/>
          <a:ln w="12700" cap="flat" cmpd="sng">
            <a:solidFill>
              <a:schemeClr val="lt1"/>
            </a:solidFill>
            <a:prstDash val="solid"/>
            <a:round/>
            <a:headEnd type="none" w="sm" len="sm"/>
            <a:tailEnd type="none" w="sm" len="sm"/>
          </a:ln>
        </p:spPr>
      </p:cxnSp>
      <p:cxnSp>
        <p:nvCxnSpPr>
          <p:cNvPr id="173" name="Google Shape;173;p80"/>
          <p:cNvCxnSpPr/>
          <p:nvPr/>
        </p:nvCxnSpPr>
        <p:spPr>
          <a:xfrm flipH="1">
            <a:off x="7335837" y="32278"/>
            <a:ext cx="4852989" cy="4852989"/>
          </a:xfrm>
          <a:prstGeom prst="straightConnector1">
            <a:avLst/>
          </a:prstGeom>
          <a:noFill/>
          <a:ln w="31750" cap="flat" cmpd="sng">
            <a:solidFill>
              <a:schemeClr val="lt1"/>
            </a:solidFill>
            <a:prstDash val="solid"/>
            <a:round/>
            <a:headEnd type="none" w="sm" len="sm"/>
            <a:tailEnd type="none" w="sm" len="sm"/>
          </a:ln>
        </p:spPr>
      </p:cxnSp>
      <p:cxnSp>
        <p:nvCxnSpPr>
          <p:cNvPr id="174" name="Google Shape;174;p80"/>
          <p:cNvCxnSpPr/>
          <p:nvPr/>
        </p:nvCxnSpPr>
        <p:spPr>
          <a:xfrm flipH="1">
            <a:off x="7845426" y="609601"/>
            <a:ext cx="4343399" cy="4343399"/>
          </a:xfrm>
          <a:prstGeom prst="straightConnector1">
            <a:avLst/>
          </a:prstGeom>
          <a:noFill/>
          <a:ln w="31750" cap="flat" cmpd="sng">
            <a:solidFill>
              <a:schemeClr val="lt1"/>
            </a:solidFill>
            <a:prstDash val="solid"/>
            <a:round/>
            <a:headEnd type="none" w="sm" len="sm"/>
            <a:tailEnd type="none" w="sm" len="sm"/>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75" name="Shape 175"/>
        <p:cNvGrpSpPr/>
        <p:nvPr/>
      </p:nvGrpSpPr>
      <p:grpSpPr>
        <a:xfrm>
          <a:off x="0" y="0"/>
          <a:ext cx="0" cy="0"/>
          <a:chOff x="0" y="0"/>
          <a:chExt cx="0" cy="0"/>
        </a:xfrm>
      </p:grpSpPr>
      <p:sp>
        <p:nvSpPr>
          <p:cNvPr id="176" name="Google Shape;176;p81"/>
          <p:cNvSpPr txBox="1"/>
          <p:nvPr>
            <p:ph type="title"/>
          </p:nvPr>
        </p:nvSpPr>
        <p:spPr>
          <a:xfrm>
            <a:off x="684211" y="2006600"/>
            <a:ext cx="8534401" cy="228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600"/>
              <a:buFont typeface="Century Gothic" panose="020B0502020202020204"/>
              <a:buNone/>
              <a:defRPr sz="36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81"/>
          <p:cNvSpPr txBox="1"/>
          <p:nvPr>
            <p:ph type="body" idx="1"/>
          </p:nvPr>
        </p:nvSpPr>
        <p:spPr>
          <a:xfrm>
            <a:off x="684213" y="4495800"/>
            <a:ext cx="8534400" cy="14986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440"/>
              <a:buNone/>
              <a:defRPr sz="18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178" name="Google Shape;178;p81"/>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81"/>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81"/>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81" name="Shape 181"/>
        <p:cNvGrpSpPr/>
        <p:nvPr/>
      </p:nvGrpSpPr>
      <p:grpSpPr>
        <a:xfrm>
          <a:off x="0" y="0"/>
          <a:ext cx="0" cy="0"/>
          <a:chOff x="0" y="0"/>
          <a:chExt cx="0" cy="0"/>
        </a:xfrm>
      </p:grpSpPr>
      <p:sp>
        <p:nvSpPr>
          <p:cNvPr id="182" name="Google Shape;182;p82"/>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600"/>
              <a:buFont typeface="Century Gothic" panose="020B0502020202020204"/>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82"/>
          <p:cNvSpPr txBox="1"/>
          <p:nvPr>
            <p:ph type="body" idx="1"/>
          </p:nvPr>
        </p:nvSpPr>
        <p:spPr>
          <a:xfrm>
            <a:off x="972080" y="685800"/>
            <a:ext cx="4649787"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2240"/>
              <a:buNone/>
              <a:defRPr sz="2800" b="0">
                <a:solidFill>
                  <a:schemeClr val="lt1"/>
                </a:solidFill>
              </a:defRPr>
            </a:lvl1pPr>
            <a:lvl2pPr marL="914400" lvl="1" indent="-228600" algn="l">
              <a:spcBef>
                <a:spcPts val="600"/>
              </a:spcBef>
              <a:spcAft>
                <a:spcPts val="0"/>
              </a:spcAft>
              <a:buSzPts val="1600"/>
              <a:buNone/>
              <a:defRPr sz="2000" b="1"/>
            </a:lvl2pPr>
            <a:lvl3pPr marL="1371600" lvl="2" indent="-228600" algn="l">
              <a:spcBef>
                <a:spcPts val="600"/>
              </a:spcBef>
              <a:spcAft>
                <a:spcPts val="0"/>
              </a:spcAft>
              <a:buSzPts val="1440"/>
              <a:buNone/>
              <a:defRPr sz="1800" b="1"/>
            </a:lvl3pPr>
            <a:lvl4pPr marL="1828800" lvl="3" indent="-228600" algn="l">
              <a:spcBef>
                <a:spcPts val="600"/>
              </a:spcBef>
              <a:spcAft>
                <a:spcPts val="0"/>
              </a:spcAft>
              <a:buSzPts val="1280"/>
              <a:buNone/>
              <a:defRPr sz="1600" b="1"/>
            </a:lvl4pPr>
            <a:lvl5pPr marL="2286000" lvl="4" indent="-228600" algn="l">
              <a:spcBef>
                <a:spcPts val="600"/>
              </a:spcBef>
              <a:spcAft>
                <a:spcPts val="0"/>
              </a:spcAft>
              <a:buSzPts val="1280"/>
              <a:buNone/>
              <a:defRPr sz="1600" b="1"/>
            </a:lvl5pPr>
            <a:lvl6pPr marL="2743200" lvl="5" indent="-228600" algn="l">
              <a:spcBef>
                <a:spcPts val="600"/>
              </a:spcBef>
              <a:spcAft>
                <a:spcPts val="0"/>
              </a:spcAft>
              <a:buSzPts val="1280"/>
              <a:buNone/>
              <a:defRPr sz="1600" b="1"/>
            </a:lvl6pPr>
            <a:lvl7pPr marL="3200400" lvl="6" indent="-228600" algn="l">
              <a:spcBef>
                <a:spcPts val="600"/>
              </a:spcBef>
              <a:spcAft>
                <a:spcPts val="0"/>
              </a:spcAft>
              <a:buSzPts val="1280"/>
              <a:buNone/>
              <a:defRPr sz="1600" b="1"/>
            </a:lvl7pPr>
            <a:lvl8pPr marL="3657600" lvl="7" indent="-228600" algn="l">
              <a:spcBef>
                <a:spcPts val="600"/>
              </a:spcBef>
              <a:spcAft>
                <a:spcPts val="0"/>
              </a:spcAft>
              <a:buSzPts val="1280"/>
              <a:buNone/>
              <a:defRPr sz="1600" b="1"/>
            </a:lvl8pPr>
            <a:lvl9pPr marL="4114800" lvl="8" indent="-228600" algn="l">
              <a:spcBef>
                <a:spcPts val="600"/>
              </a:spcBef>
              <a:spcAft>
                <a:spcPts val="600"/>
              </a:spcAft>
              <a:buSzPts val="1280"/>
              <a:buNone/>
              <a:defRPr sz="1600" b="1"/>
            </a:lvl9pPr>
          </a:lstStyle>
          <a:p/>
        </p:txBody>
      </p:sp>
      <p:sp>
        <p:nvSpPr>
          <p:cNvPr id="184" name="Google Shape;184;p82"/>
          <p:cNvSpPr txBox="1"/>
          <p:nvPr>
            <p:ph type="body" idx="2"/>
          </p:nvPr>
        </p:nvSpPr>
        <p:spPr>
          <a:xfrm>
            <a:off x="684211" y="1270529"/>
            <a:ext cx="4937655" cy="3030538"/>
          </a:xfrm>
          <a:prstGeom prst="rect">
            <a:avLst/>
          </a:prstGeom>
          <a:noFill/>
          <a:ln>
            <a:noFill/>
          </a:ln>
        </p:spPr>
        <p:txBody>
          <a:bodyPr spcFirstLastPara="1" wrap="square" lIns="91425" tIns="45700" rIns="91425" bIns="45700" anchor="t"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185" name="Google Shape;185;p82"/>
          <p:cNvSpPr txBox="1"/>
          <p:nvPr>
            <p:ph type="body" idx="3"/>
          </p:nvPr>
        </p:nvSpPr>
        <p:spPr>
          <a:xfrm>
            <a:off x="6079066" y="685800"/>
            <a:ext cx="4665134"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2240"/>
              <a:buNone/>
              <a:defRPr sz="2800" b="0">
                <a:solidFill>
                  <a:schemeClr val="lt1"/>
                </a:solidFill>
              </a:defRPr>
            </a:lvl1pPr>
            <a:lvl2pPr marL="914400" lvl="1" indent="-228600" algn="l">
              <a:spcBef>
                <a:spcPts val="600"/>
              </a:spcBef>
              <a:spcAft>
                <a:spcPts val="0"/>
              </a:spcAft>
              <a:buSzPts val="1600"/>
              <a:buNone/>
              <a:defRPr sz="2000" b="1"/>
            </a:lvl2pPr>
            <a:lvl3pPr marL="1371600" lvl="2" indent="-228600" algn="l">
              <a:spcBef>
                <a:spcPts val="600"/>
              </a:spcBef>
              <a:spcAft>
                <a:spcPts val="0"/>
              </a:spcAft>
              <a:buSzPts val="1440"/>
              <a:buNone/>
              <a:defRPr sz="1800" b="1"/>
            </a:lvl3pPr>
            <a:lvl4pPr marL="1828800" lvl="3" indent="-228600" algn="l">
              <a:spcBef>
                <a:spcPts val="600"/>
              </a:spcBef>
              <a:spcAft>
                <a:spcPts val="0"/>
              </a:spcAft>
              <a:buSzPts val="1280"/>
              <a:buNone/>
              <a:defRPr sz="1600" b="1"/>
            </a:lvl4pPr>
            <a:lvl5pPr marL="2286000" lvl="4" indent="-228600" algn="l">
              <a:spcBef>
                <a:spcPts val="600"/>
              </a:spcBef>
              <a:spcAft>
                <a:spcPts val="0"/>
              </a:spcAft>
              <a:buSzPts val="1280"/>
              <a:buNone/>
              <a:defRPr sz="1600" b="1"/>
            </a:lvl5pPr>
            <a:lvl6pPr marL="2743200" lvl="5" indent="-228600" algn="l">
              <a:spcBef>
                <a:spcPts val="600"/>
              </a:spcBef>
              <a:spcAft>
                <a:spcPts val="0"/>
              </a:spcAft>
              <a:buSzPts val="1280"/>
              <a:buNone/>
              <a:defRPr sz="1600" b="1"/>
            </a:lvl6pPr>
            <a:lvl7pPr marL="3200400" lvl="6" indent="-228600" algn="l">
              <a:spcBef>
                <a:spcPts val="600"/>
              </a:spcBef>
              <a:spcAft>
                <a:spcPts val="0"/>
              </a:spcAft>
              <a:buSzPts val="1280"/>
              <a:buNone/>
              <a:defRPr sz="1600" b="1"/>
            </a:lvl7pPr>
            <a:lvl8pPr marL="3657600" lvl="7" indent="-228600" algn="l">
              <a:spcBef>
                <a:spcPts val="600"/>
              </a:spcBef>
              <a:spcAft>
                <a:spcPts val="0"/>
              </a:spcAft>
              <a:buSzPts val="1280"/>
              <a:buNone/>
              <a:defRPr sz="1600" b="1"/>
            </a:lvl8pPr>
            <a:lvl9pPr marL="4114800" lvl="8" indent="-228600" algn="l">
              <a:spcBef>
                <a:spcPts val="600"/>
              </a:spcBef>
              <a:spcAft>
                <a:spcPts val="600"/>
              </a:spcAft>
              <a:buSzPts val="1280"/>
              <a:buNone/>
              <a:defRPr sz="1600" b="1"/>
            </a:lvl9pPr>
          </a:lstStyle>
          <a:p/>
        </p:txBody>
      </p:sp>
      <p:sp>
        <p:nvSpPr>
          <p:cNvPr id="186" name="Google Shape;186;p82"/>
          <p:cNvSpPr txBox="1"/>
          <p:nvPr>
            <p:ph type="body" idx="4"/>
          </p:nvPr>
        </p:nvSpPr>
        <p:spPr>
          <a:xfrm>
            <a:off x="5806545" y="1262062"/>
            <a:ext cx="4929188" cy="3030538"/>
          </a:xfrm>
          <a:prstGeom prst="rect">
            <a:avLst/>
          </a:prstGeom>
          <a:noFill/>
          <a:ln>
            <a:noFill/>
          </a:ln>
        </p:spPr>
        <p:txBody>
          <a:bodyPr spcFirstLastPara="1" wrap="square" lIns="91425" tIns="45700" rIns="91425" bIns="45700" anchor="t"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187" name="Google Shape;187;p82"/>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82"/>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82"/>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90" name="Shape 190"/>
        <p:cNvGrpSpPr/>
        <p:nvPr/>
      </p:nvGrpSpPr>
      <p:grpSpPr>
        <a:xfrm>
          <a:off x="0" y="0"/>
          <a:ext cx="0" cy="0"/>
          <a:chOff x="0" y="0"/>
          <a:chExt cx="0" cy="0"/>
        </a:xfrm>
      </p:grpSpPr>
      <p:sp>
        <p:nvSpPr>
          <p:cNvPr id="191" name="Google Shape;191;p83"/>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83"/>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83"/>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83"/>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95" name="Shape 195"/>
        <p:cNvGrpSpPr/>
        <p:nvPr/>
      </p:nvGrpSpPr>
      <p:grpSpPr>
        <a:xfrm>
          <a:off x="0" y="0"/>
          <a:ext cx="0" cy="0"/>
          <a:chOff x="0" y="0"/>
          <a:chExt cx="0" cy="0"/>
        </a:xfrm>
      </p:grpSpPr>
      <p:sp>
        <p:nvSpPr>
          <p:cNvPr id="196" name="Google Shape;196;p84"/>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84"/>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84"/>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99" name="Shape 199"/>
        <p:cNvGrpSpPr/>
        <p:nvPr/>
      </p:nvGrpSpPr>
      <p:grpSpPr>
        <a:xfrm>
          <a:off x="0" y="0"/>
          <a:ext cx="0" cy="0"/>
          <a:chOff x="0" y="0"/>
          <a:chExt cx="0" cy="0"/>
        </a:xfrm>
      </p:grpSpPr>
      <p:sp>
        <p:nvSpPr>
          <p:cNvPr id="200" name="Google Shape;200;p85"/>
          <p:cNvSpPr txBox="1"/>
          <p:nvPr>
            <p:ph type="title"/>
          </p:nvPr>
        </p:nvSpPr>
        <p:spPr>
          <a:xfrm>
            <a:off x="7085012" y="685800"/>
            <a:ext cx="36576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400"/>
              <a:buFont typeface="Century Gothic" panose="020B0502020202020204"/>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85"/>
          <p:cNvSpPr txBox="1"/>
          <p:nvPr>
            <p:ph type="body" idx="1"/>
          </p:nvPr>
        </p:nvSpPr>
        <p:spPr>
          <a:xfrm>
            <a:off x="684212" y="685800"/>
            <a:ext cx="5943601" cy="5308600"/>
          </a:xfrm>
          <a:prstGeom prst="rect">
            <a:avLst/>
          </a:prstGeom>
          <a:noFill/>
          <a:ln>
            <a:noFill/>
          </a:ln>
        </p:spPr>
        <p:txBody>
          <a:bodyPr spcFirstLastPara="1" wrap="square" lIns="91425" tIns="45700" rIns="91425" bIns="45700" anchor="ctr"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202" name="Google Shape;202;p85"/>
          <p:cNvSpPr txBox="1"/>
          <p:nvPr>
            <p:ph type="body" idx="2"/>
          </p:nvPr>
        </p:nvSpPr>
        <p:spPr>
          <a:xfrm>
            <a:off x="7085012" y="2209799"/>
            <a:ext cx="3657600" cy="2091267"/>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SzPts val="1280"/>
              <a:buNone/>
              <a:defRPr sz="1600"/>
            </a:lvl1pPr>
            <a:lvl2pPr marL="914400" lvl="1" indent="-228600" algn="l">
              <a:spcBef>
                <a:spcPts val="600"/>
              </a:spcBef>
              <a:spcAft>
                <a:spcPts val="0"/>
              </a:spcAft>
              <a:buSzPts val="960"/>
              <a:buNone/>
              <a:defRPr sz="1200"/>
            </a:lvl2pPr>
            <a:lvl3pPr marL="1371600" lvl="2" indent="-228600" algn="l">
              <a:spcBef>
                <a:spcPts val="600"/>
              </a:spcBef>
              <a:spcAft>
                <a:spcPts val="0"/>
              </a:spcAft>
              <a:buSzPts val="800"/>
              <a:buNone/>
              <a:defRPr sz="1000"/>
            </a:lvl3pPr>
            <a:lvl4pPr marL="1828800" lvl="3" indent="-228600" algn="l">
              <a:spcBef>
                <a:spcPts val="600"/>
              </a:spcBef>
              <a:spcAft>
                <a:spcPts val="0"/>
              </a:spcAft>
              <a:buSzPts val="720"/>
              <a:buNone/>
              <a:defRPr sz="900"/>
            </a:lvl4pPr>
            <a:lvl5pPr marL="2286000" lvl="4" indent="-228600" algn="l">
              <a:spcBef>
                <a:spcPts val="600"/>
              </a:spcBef>
              <a:spcAft>
                <a:spcPts val="0"/>
              </a:spcAft>
              <a:buSzPts val="720"/>
              <a:buNone/>
              <a:defRPr sz="900"/>
            </a:lvl5pPr>
            <a:lvl6pPr marL="2743200" lvl="5" indent="-228600" algn="l">
              <a:spcBef>
                <a:spcPts val="600"/>
              </a:spcBef>
              <a:spcAft>
                <a:spcPts val="0"/>
              </a:spcAft>
              <a:buSzPts val="720"/>
              <a:buNone/>
              <a:defRPr sz="900"/>
            </a:lvl6pPr>
            <a:lvl7pPr marL="3200400" lvl="6" indent="-228600" algn="l">
              <a:spcBef>
                <a:spcPts val="600"/>
              </a:spcBef>
              <a:spcAft>
                <a:spcPts val="0"/>
              </a:spcAft>
              <a:buSzPts val="720"/>
              <a:buNone/>
              <a:defRPr sz="900"/>
            </a:lvl7pPr>
            <a:lvl8pPr marL="3657600" lvl="7" indent="-228600" algn="l">
              <a:spcBef>
                <a:spcPts val="600"/>
              </a:spcBef>
              <a:spcAft>
                <a:spcPts val="0"/>
              </a:spcAft>
              <a:buSzPts val="720"/>
              <a:buNone/>
              <a:defRPr sz="900"/>
            </a:lvl8pPr>
            <a:lvl9pPr marL="4114800" lvl="8" indent="-228600" algn="l">
              <a:spcBef>
                <a:spcPts val="600"/>
              </a:spcBef>
              <a:spcAft>
                <a:spcPts val="600"/>
              </a:spcAft>
              <a:buSzPts val="720"/>
              <a:buNone/>
              <a:defRPr sz="900"/>
            </a:lvl9pPr>
          </a:lstStyle>
          <a:p/>
        </p:txBody>
      </p:sp>
      <p:sp>
        <p:nvSpPr>
          <p:cNvPr id="203" name="Google Shape;203;p85"/>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85"/>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85"/>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206" name="Shape 206"/>
        <p:cNvGrpSpPr/>
        <p:nvPr/>
      </p:nvGrpSpPr>
      <p:grpSpPr>
        <a:xfrm>
          <a:off x="0" y="0"/>
          <a:ext cx="0" cy="0"/>
          <a:chOff x="0" y="0"/>
          <a:chExt cx="0" cy="0"/>
        </a:xfrm>
      </p:grpSpPr>
      <p:sp>
        <p:nvSpPr>
          <p:cNvPr id="207" name="Google Shape;207;p86"/>
          <p:cNvSpPr txBox="1"/>
          <p:nvPr>
            <p:ph type="title"/>
          </p:nvPr>
        </p:nvSpPr>
        <p:spPr>
          <a:xfrm>
            <a:off x="4722812" y="1447800"/>
            <a:ext cx="6019800" cy="11430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800"/>
              <a:buFont typeface="Century Gothic" panose="020B0502020202020204"/>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86"/>
          <p:cNvSpPr/>
          <p:nvPr>
            <p:ph type="pic" idx="2"/>
          </p:nvPr>
        </p:nvSpPr>
        <p:spPr>
          <a:xfrm>
            <a:off x="989012" y="914400"/>
            <a:ext cx="3280974" cy="4572000"/>
          </a:xfrm>
          <a:prstGeom prst="snip2DiagRect">
            <a:avLst>
              <a:gd name="adj1" fmla="val 10815"/>
              <a:gd name="adj2" fmla="val 0"/>
            </a:avLst>
          </a:prstGeom>
          <a:noFill/>
          <a:ln w="15875" cap="flat" cmpd="sng">
            <a:solidFill>
              <a:schemeClr val="lt1">
                <a:alpha val="40000"/>
              </a:schemeClr>
            </a:solidFill>
            <a:prstDash val="solid"/>
            <a:round/>
            <a:headEnd type="none" w="sm" len="sm"/>
            <a:tailEnd type="none" w="sm" len="sm"/>
          </a:ln>
        </p:spPr>
      </p:sp>
      <p:sp>
        <p:nvSpPr>
          <p:cNvPr id="209" name="Google Shape;209;p86"/>
          <p:cNvSpPr txBox="1"/>
          <p:nvPr>
            <p:ph type="body" idx="1"/>
          </p:nvPr>
        </p:nvSpPr>
        <p:spPr>
          <a:xfrm>
            <a:off x="4722812" y="2777066"/>
            <a:ext cx="6021388" cy="2048933"/>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440"/>
              <a:buNone/>
              <a:defRPr sz="1800"/>
            </a:lvl1pPr>
            <a:lvl2pPr marL="914400" lvl="1" indent="-228600" algn="l">
              <a:spcBef>
                <a:spcPts val="600"/>
              </a:spcBef>
              <a:spcAft>
                <a:spcPts val="0"/>
              </a:spcAft>
              <a:buSzPts val="960"/>
              <a:buNone/>
              <a:defRPr sz="1200"/>
            </a:lvl2pPr>
            <a:lvl3pPr marL="1371600" lvl="2" indent="-228600" algn="l">
              <a:spcBef>
                <a:spcPts val="600"/>
              </a:spcBef>
              <a:spcAft>
                <a:spcPts val="0"/>
              </a:spcAft>
              <a:buSzPts val="800"/>
              <a:buNone/>
              <a:defRPr sz="1000"/>
            </a:lvl3pPr>
            <a:lvl4pPr marL="1828800" lvl="3" indent="-228600" algn="l">
              <a:spcBef>
                <a:spcPts val="600"/>
              </a:spcBef>
              <a:spcAft>
                <a:spcPts val="0"/>
              </a:spcAft>
              <a:buSzPts val="720"/>
              <a:buNone/>
              <a:defRPr sz="900"/>
            </a:lvl4pPr>
            <a:lvl5pPr marL="2286000" lvl="4" indent="-228600" algn="l">
              <a:spcBef>
                <a:spcPts val="600"/>
              </a:spcBef>
              <a:spcAft>
                <a:spcPts val="0"/>
              </a:spcAft>
              <a:buSzPts val="720"/>
              <a:buNone/>
              <a:defRPr sz="900"/>
            </a:lvl5pPr>
            <a:lvl6pPr marL="2743200" lvl="5" indent="-228600" algn="l">
              <a:spcBef>
                <a:spcPts val="600"/>
              </a:spcBef>
              <a:spcAft>
                <a:spcPts val="0"/>
              </a:spcAft>
              <a:buSzPts val="720"/>
              <a:buNone/>
              <a:defRPr sz="900"/>
            </a:lvl6pPr>
            <a:lvl7pPr marL="3200400" lvl="6" indent="-228600" algn="l">
              <a:spcBef>
                <a:spcPts val="600"/>
              </a:spcBef>
              <a:spcAft>
                <a:spcPts val="0"/>
              </a:spcAft>
              <a:buSzPts val="720"/>
              <a:buNone/>
              <a:defRPr sz="900"/>
            </a:lvl7pPr>
            <a:lvl8pPr marL="3657600" lvl="7" indent="-228600" algn="l">
              <a:spcBef>
                <a:spcPts val="600"/>
              </a:spcBef>
              <a:spcAft>
                <a:spcPts val="0"/>
              </a:spcAft>
              <a:buSzPts val="720"/>
              <a:buNone/>
              <a:defRPr sz="900"/>
            </a:lvl8pPr>
            <a:lvl9pPr marL="4114800" lvl="8" indent="-228600" algn="l">
              <a:spcBef>
                <a:spcPts val="600"/>
              </a:spcBef>
              <a:spcAft>
                <a:spcPts val="600"/>
              </a:spcAft>
              <a:buSzPts val="720"/>
              <a:buNone/>
              <a:defRPr sz="900"/>
            </a:lvl9pPr>
          </a:lstStyle>
          <a:p/>
        </p:txBody>
      </p:sp>
      <p:sp>
        <p:nvSpPr>
          <p:cNvPr id="210" name="Google Shape;210;p86"/>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86"/>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86"/>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213" name="Shape 213"/>
        <p:cNvGrpSpPr/>
        <p:nvPr/>
      </p:nvGrpSpPr>
      <p:grpSpPr>
        <a:xfrm>
          <a:off x="0" y="0"/>
          <a:ext cx="0" cy="0"/>
          <a:chOff x="0" y="0"/>
          <a:chExt cx="0" cy="0"/>
        </a:xfrm>
      </p:grpSpPr>
      <p:sp>
        <p:nvSpPr>
          <p:cNvPr id="214" name="Google Shape;214;p87"/>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87"/>
          <p:cNvSpPr/>
          <p:nvPr>
            <p:ph type="pic" idx="2"/>
          </p:nvPr>
        </p:nvSpPr>
        <p:spPr>
          <a:xfrm>
            <a:off x="685800" y="533400"/>
            <a:ext cx="10818812" cy="3124200"/>
          </a:xfrm>
          <a:prstGeom prst="snip2DiagRect">
            <a:avLst>
              <a:gd name="adj1" fmla="val 10815"/>
              <a:gd name="adj2" fmla="val 0"/>
            </a:avLst>
          </a:prstGeom>
          <a:noFill/>
          <a:ln w="15875" cap="flat" cmpd="sng">
            <a:solidFill>
              <a:schemeClr val="lt1">
                <a:alpha val="40000"/>
              </a:schemeClr>
            </a:solidFill>
            <a:prstDash val="solid"/>
            <a:round/>
            <a:headEnd type="none" w="sm" len="sm"/>
            <a:tailEnd type="none" w="sm" len="sm"/>
          </a:ln>
        </p:spPr>
      </p:sp>
      <p:sp>
        <p:nvSpPr>
          <p:cNvPr id="216" name="Google Shape;216;p87"/>
          <p:cNvSpPr txBox="1"/>
          <p:nvPr>
            <p:ph type="body" idx="1"/>
          </p:nvPr>
        </p:nvSpPr>
        <p:spPr>
          <a:xfrm>
            <a:off x="914402" y="3843867"/>
            <a:ext cx="8304210" cy="4572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SzPts val="1280"/>
              <a:buFont typeface="Century Gothic" panose="020B0502020202020204"/>
              <a:buNone/>
              <a:defRPr sz="1600"/>
            </a:lvl1pPr>
            <a:lvl2pPr marL="914400" lvl="1" indent="-228600" algn="l">
              <a:spcBef>
                <a:spcPts val="600"/>
              </a:spcBef>
              <a:spcAft>
                <a:spcPts val="0"/>
              </a:spcAft>
              <a:buSzPts val="1440"/>
              <a:buFont typeface="Century Gothic" panose="020B0502020202020204"/>
              <a:buNone/>
              <a:defRPr/>
            </a:lvl2pPr>
            <a:lvl3pPr marL="1371600" lvl="2" indent="-228600" algn="l">
              <a:spcBef>
                <a:spcPts val="600"/>
              </a:spcBef>
              <a:spcAft>
                <a:spcPts val="0"/>
              </a:spcAft>
              <a:buSzPts val="1280"/>
              <a:buFont typeface="Century Gothic" panose="020B0502020202020204"/>
              <a:buNone/>
              <a:defRPr/>
            </a:lvl3pPr>
            <a:lvl4pPr marL="1828800" lvl="3" indent="-228600" algn="l">
              <a:spcBef>
                <a:spcPts val="600"/>
              </a:spcBef>
              <a:spcAft>
                <a:spcPts val="0"/>
              </a:spcAft>
              <a:buSzPts val="1120"/>
              <a:buFont typeface="Century Gothic" panose="020B0502020202020204"/>
              <a:buNone/>
              <a:defRPr/>
            </a:lvl4pPr>
            <a:lvl5pPr marL="2286000" lvl="4" indent="-228600" algn="l">
              <a:spcBef>
                <a:spcPts val="600"/>
              </a:spcBef>
              <a:spcAft>
                <a:spcPts val="0"/>
              </a:spcAft>
              <a:buSzPts val="1120"/>
              <a:buFont typeface="Century Gothic" panose="020B0502020202020204"/>
              <a:buNone/>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217" name="Google Shape;217;p87"/>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87"/>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87"/>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220" name="Shape 220"/>
        <p:cNvGrpSpPr/>
        <p:nvPr/>
      </p:nvGrpSpPr>
      <p:grpSpPr>
        <a:xfrm>
          <a:off x="0" y="0"/>
          <a:ext cx="0" cy="0"/>
          <a:chOff x="0" y="0"/>
          <a:chExt cx="0" cy="0"/>
        </a:xfrm>
      </p:grpSpPr>
      <p:sp>
        <p:nvSpPr>
          <p:cNvPr id="221" name="Google Shape;221;p88"/>
          <p:cNvSpPr txBox="1"/>
          <p:nvPr>
            <p:ph type="title"/>
          </p:nvPr>
        </p:nvSpPr>
        <p:spPr>
          <a:xfrm>
            <a:off x="684213" y="685800"/>
            <a:ext cx="10058400" cy="2743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200"/>
              <a:buFont typeface="Century Gothic" panose="020B0502020202020204"/>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88"/>
          <p:cNvSpPr txBox="1"/>
          <p:nvPr>
            <p:ph type="body" idx="1"/>
          </p:nvPr>
        </p:nvSpPr>
        <p:spPr>
          <a:xfrm>
            <a:off x="684212" y="4114800"/>
            <a:ext cx="8535988" cy="1879600"/>
          </a:xfrm>
          <a:prstGeom prst="rect">
            <a:avLst/>
          </a:prstGeom>
          <a:noFill/>
          <a:ln>
            <a:noFill/>
          </a:ln>
        </p:spPr>
        <p:txBody>
          <a:bodyPr spcFirstLastPara="1" wrap="square" lIns="91425" tIns="45700" rIns="91425" bIns="45700" anchor="ctr" anchorCtr="0">
            <a:normAutofit/>
          </a:bodyPr>
          <a:lstStyle>
            <a:lvl1pPr marL="457200" lvl="0" indent="-228600" algn="l">
              <a:spcBef>
                <a:spcPts val="400"/>
              </a:spcBef>
              <a:spcAft>
                <a:spcPts val="0"/>
              </a:spcAft>
              <a:buSzPts val="1600"/>
              <a:buNone/>
              <a:defRPr sz="20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223" name="Google Shape;223;p88"/>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88"/>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88"/>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226" name="Shape 226"/>
        <p:cNvGrpSpPr/>
        <p:nvPr/>
      </p:nvGrpSpPr>
      <p:grpSpPr>
        <a:xfrm>
          <a:off x="0" y="0"/>
          <a:ext cx="0" cy="0"/>
          <a:chOff x="0" y="0"/>
          <a:chExt cx="0" cy="0"/>
        </a:xfrm>
      </p:grpSpPr>
      <p:sp>
        <p:nvSpPr>
          <p:cNvPr id="227" name="Google Shape;227;p89"/>
          <p:cNvSpPr txBox="1"/>
          <p:nvPr>
            <p:ph type="title"/>
          </p:nvPr>
        </p:nvSpPr>
        <p:spPr>
          <a:xfrm>
            <a:off x="1141411" y="685800"/>
            <a:ext cx="9144001" cy="2743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200"/>
              <a:buFont typeface="Century Gothic" panose="020B0502020202020204"/>
              <a:buNone/>
              <a:defRPr sz="3200" b="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89"/>
          <p:cNvSpPr txBox="1"/>
          <p:nvPr>
            <p:ph type="body" idx="1"/>
          </p:nvPr>
        </p:nvSpPr>
        <p:spPr>
          <a:xfrm>
            <a:off x="1446212" y="3429000"/>
            <a:ext cx="8534400" cy="381000"/>
          </a:xfrm>
          <a:prstGeom prst="rect">
            <a:avLst/>
          </a:prstGeom>
          <a:noFill/>
          <a:ln>
            <a:noFill/>
          </a:ln>
        </p:spPr>
        <p:txBody>
          <a:bodyPr spcFirstLastPara="1" wrap="square" lIns="91425" tIns="45700" rIns="91425" bIns="45700" anchor="ctr" anchorCtr="0">
            <a:normAutofit/>
          </a:bodyPr>
          <a:lstStyle>
            <a:lvl1pPr marL="457200" lvl="0" indent="-228600" algn="l">
              <a:spcBef>
                <a:spcPts val="400"/>
              </a:spcBef>
              <a:spcAft>
                <a:spcPts val="0"/>
              </a:spcAft>
              <a:buSzPts val="1600"/>
              <a:buFont typeface="Century Gothic" panose="020B0502020202020204"/>
              <a:buNone/>
              <a:defRPr/>
            </a:lvl1pPr>
            <a:lvl2pPr marL="914400" lvl="1" indent="-228600" algn="l">
              <a:spcBef>
                <a:spcPts val="600"/>
              </a:spcBef>
              <a:spcAft>
                <a:spcPts val="0"/>
              </a:spcAft>
              <a:buSzPts val="1440"/>
              <a:buFont typeface="Century Gothic" panose="020B0502020202020204"/>
              <a:buNone/>
              <a:defRPr/>
            </a:lvl2pPr>
            <a:lvl3pPr marL="1371600" lvl="2" indent="-228600" algn="l">
              <a:spcBef>
                <a:spcPts val="600"/>
              </a:spcBef>
              <a:spcAft>
                <a:spcPts val="0"/>
              </a:spcAft>
              <a:buSzPts val="1280"/>
              <a:buFont typeface="Century Gothic" panose="020B0502020202020204"/>
              <a:buNone/>
              <a:defRPr/>
            </a:lvl3pPr>
            <a:lvl4pPr marL="1828800" lvl="3" indent="-228600" algn="l">
              <a:spcBef>
                <a:spcPts val="600"/>
              </a:spcBef>
              <a:spcAft>
                <a:spcPts val="0"/>
              </a:spcAft>
              <a:buSzPts val="1120"/>
              <a:buFont typeface="Century Gothic" panose="020B0502020202020204"/>
              <a:buNone/>
              <a:defRPr/>
            </a:lvl4pPr>
            <a:lvl5pPr marL="2286000" lvl="4" indent="-228600" algn="l">
              <a:spcBef>
                <a:spcPts val="600"/>
              </a:spcBef>
              <a:spcAft>
                <a:spcPts val="0"/>
              </a:spcAft>
              <a:buSzPts val="1120"/>
              <a:buFont typeface="Century Gothic" panose="020B0502020202020204"/>
              <a:buNone/>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229" name="Google Shape;229;p89"/>
          <p:cNvSpPr txBox="1"/>
          <p:nvPr>
            <p:ph type="body" idx="2"/>
          </p:nvPr>
        </p:nvSpPr>
        <p:spPr>
          <a:xfrm>
            <a:off x="684213" y="4301067"/>
            <a:ext cx="8534400" cy="1684865"/>
          </a:xfrm>
          <a:prstGeom prst="rect">
            <a:avLst/>
          </a:prstGeom>
          <a:noFill/>
          <a:ln>
            <a:noFill/>
          </a:ln>
        </p:spPr>
        <p:txBody>
          <a:bodyPr spcFirstLastPara="1" wrap="square" lIns="91425" tIns="45700" rIns="91425" bIns="45700" anchor="ctr" anchorCtr="0">
            <a:normAutofit/>
          </a:bodyPr>
          <a:lstStyle>
            <a:lvl1pPr marL="457200" lvl="0" indent="-228600" algn="l">
              <a:spcBef>
                <a:spcPts val="400"/>
              </a:spcBef>
              <a:spcAft>
                <a:spcPts val="0"/>
              </a:spcAft>
              <a:buSzPts val="1600"/>
              <a:buNone/>
              <a:defRPr sz="20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230" name="Google Shape;230;p89"/>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89"/>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89"/>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
        <p:nvSpPr>
          <p:cNvPr id="233" name="Google Shape;233;p89"/>
          <p:cNvSpPr txBox="1"/>
          <p:nvPr/>
        </p:nvSpPr>
        <p:spPr>
          <a:xfrm>
            <a:off x="531812" y="812222"/>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rPr>
              <a:t>“</a:t>
            </a:r>
            <a:endPar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234" name="Google Shape;234;p89"/>
          <p:cNvSpPr txBox="1"/>
          <p:nvPr/>
        </p:nvSpPr>
        <p:spPr>
          <a:xfrm>
            <a:off x="10285412" y="2768601"/>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rPr>
              <a:t>”</a:t>
            </a:r>
            <a:endPar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235" name="Shape 235"/>
        <p:cNvGrpSpPr/>
        <p:nvPr/>
      </p:nvGrpSpPr>
      <p:grpSpPr>
        <a:xfrm>
          <a:off x="0" y="0"/>
          <a:ext cx="0" cy="0"/>
          <a:chOff x="0" y="0"/>
          <a:chExt cx="0" cy="0"/>
        </a:xfrm>
      </p:grpSpPr>
      <p:sp>
        <p:nvSpPr>
          <p:cNvPr id="236" name="Google Shape;236;p90"/>
          <p:cNvSpPr txBox="1"/>
          <p:nvPr>
            <p:ph type="title"/>
          </p:nvPr>
        </p:nvSpPr>
        <p:spPr>
          <a:xfrm>
            <a:off x="684212" y="3429000"/>
            <a:ext cx="8534400" cy="169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200"/>
              <a:buFont typeface="Century Gothic" panose="020B0502020202020204"/>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90"/>
          <p:cNvSpPr txBox="1"/>
          <p:nvPr>
            <p:ph type="body" idx="1"/>
          </p:nvPr>
        </p:nvSpPr>
        <p:spPr>
          <a:xfrm>
            <a:off x="684211" y="5132981"/>
            <a:ext cx="8535990"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600"/>
              <a:buNone/>
              <a:defRPr sz="20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238" name="Google Shape;238;p90"/>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90"/>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90"/>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241" name="Shape 241"/>
        <p:cNvGrpSpPr/>
        <p:nvPr/>
      </p:nvGrpSpPr>
      <p:grpSpPr>
        <a:xfrm>
          <a:off x="0" y="0"/>
          <a:ext cx="0" cy="0"/>
          <a:chOff x="0" y="0"/>
          <a:chExt cx="0" cy="0"/>
        </a:xfrm>
      </p:grpSpPr>
      <p:sp>
        <p:nvSpPr>
          <p:cNvPr id="242" name="Google Shape;242;p91"/>
          <p:cNvSpPr txBox="1"/>
          <p:nvPr>
            <p:ph type="title"/>
          </p:nvPr>
        </p:nvSpPr>
        <p:spPr>
          <a:xfrm>
            <a:off x="1141413" y="685800"/>
            <a:ext cx="9144000" cy="2743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200"/>
              <a:buFont typeface="Century Gothic" panose="020B0502020202020204"/>
              <a:buNone/>
              <a:defRPr sz="3200" b="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p91"/>
          <p:cNvSpPr txBox="1"/>
          <p:nvPr>
            <p:ph type="body" idx="1"/>
          </p:nvPr>
        </p:nvSpPr>
        <p:spPr>
          <a:xfrm>
            <a:off x="684212" y="3928534"/>
            <a:ext cx="8534401" cy="1049866"/>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SzPts val="1920"/>
              <a:buNone/>
              <a:defRPr sz="2400" b="0" cap="none">
                <a:solidFill>
                  <a:schemeClr val="lt1"/>
                </a:solidFill>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244" name="Google Shape;244;p91"/>
          <p:cNvSpPr txBox="1"/>
          <p:nvPr>
            <p:ph type="body" idx="2"/>
          </p:nvPr>
        </p:nvSpPr>
        <p:spPr>
          <a:xfrm>
            <a:off x="684211" y="4978400"/>
            <a:ext cx="8534401" cy="10160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440"/>
              <a:buNone/>
              <a:defRPr sz="18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245" name="Google Shape;245;p91"/>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91"/>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91"/>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
        <p:nvSpPr>
          <p:cNvPr id="248" name="Google Shape;248;p91"/>
          <p:cNvSpPr txBox="1"/>
          <p:nvPr/>
        </p:nvSpPr>
        <p:spPr>
          <a:xfrm>
            <a:off x="531812" y="812222"/>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rPr>
              <a:t>“</a:t>
            </a:r>
            <a:endPar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249" name="Google Shape;249;p91"/>
          <p:cNvSpPr txBox="1"/>
          <p:nvPr/>
        </p:nvSpPr>
        <p:spPr>
          <a:xfrm>
            <a:off x="10285412" y="2768601"/>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rPr>
              <a:t>”</a:t>
            </a:r>
            <a:endParaRPr lang="de-DE" sz="8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250" name="Shape 250"/>
        <p:cNvGrpSpPr/>
        <p:nvPr/>
      </p:nvGrpSpPr>
      <p:grpSpPr>
        <a:xfrm>
          <a:off x="0" y="0"/>
          <a:ext cx="0" cy="0"/>
          <a:chOff x="0" y="0"/>
          <a:chExt cx="0" cy="0"/>
        </a:xfrm>
      </p:grpSpPr>
      <p:sp>
        <p:nvSpPr>
          <p:cNvPr id="251" name="Google Shape;251;p92"/>
          <p:cNvSpPr txBox="1"/>
          <p:nvPr>
            <p:ph type="title"/>
          </p:nvPr>
        </p:nvSpPr>
        <p:spPr>
          <a:xfrm>
            <a:off x="684213" y="685800"/>
            <a:ext cx="10058400" cy="2743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600"/>
              <a:buFont typeface="Century Gothic" panose="020B0502020202020204"/>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92"/>
          <p:cNvSpPr txBox="1"/>
          <p:nvPr>
            <p:ph type="body" idx="1"/>
          </p:nvPr>
        </p:nvSpPr>
        <p:spPr>
          <a:xfrm>
            <a:off x="684212" y="3928534"/>
            <a:ext cx="8534400" cy="8382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SzPts val="1920"/>
              <a:buNone/>
              <a:defRPr sz="2400" b="0" cap="none">
                <a:solidFill>
                  <a:schemeClr val="lt1"/>
                </a:solidFill>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253" name="Google Shape;253;p92"/>
          <p:cNvSpPr txBox="1"/>
          <p:nvPr>
            <p:ph type="body" idx="2"/>
          </p:nvPr>
        </p:nvSpPr>
        <p:spPr>
          <a:xfrm>
            <a:off x="684211" y="4766732"/>
            <a:ext cx="8534401" cy="1227667"/>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440"/>
              <a:buNone/>
              <a:defRPr sz="1800">
                <a:solidFill>
                  <a:srgbClr val="0F486F"/>
                </a:solidFill>
              </a:defRPr>
            </a:lvl1pPr>
            <a:lvl2pPr marL="914400" lvl="1" indent="-228600" algn="l">
              <a:spcBef>
                <a:spcPts val="600"/>
              </a:spcBef>
              <a:spcAft>
                <a:spcPts val="0"/>
              </a:spcAft>
              <a:buSzPts val="1440"/>
              <a:buNone/>
              <a:defRPr sz="1800">
                <a:solidFill>
                  <a:schemeClr val="lt1"/>
                </a:solidFill>
              </a:defRPr>
            </a:lvl2pPr>
            <a:lvl3pPr marL="1371600" lvl="2" indent="-228600" algn="l">
              <a:spcBef>
                <a:spcPts val="600"/>
              </a:spcBef>
              <a:spcAft>
                <a:spcPts val="0"/>
              </a:spcAft>
              <a:buSzPts val="1280"/>
              <a:buNone/>
              <a:defRPr sz="1600">
                <a:solidFill>
                  <a:schemeClr val="lt1"/>
                </a:solidFill>
              </a:defRPr>
            </a:lvl3pPr>
            <a:lvl4pPr marL="1828800" lvl="3" indent="-228600" algn="l">
              <a:spcBef>
                <a:spcPts val="600"/>
              </a:spcBef>
              <a:spcAft>
                <a:spcPts val="0"/>
              </a:spcAft>
              <a:buSzPts val="1120"/>
              <a:buNone/>
              <a:defRPr sz="1400">
                <a:solidFill>
                  <a:schemeClr val="lt1"/>
                </a:solidFill>
              </a:defRPr>
            </a:lvl4pPr>
            <a:lvl5pPr marL="2286000" lvl="4" indent="-228600" algn="l">
              <a:spcBef>
                <a:spcPts val="600"/>
              </a:spcBef>
              <a:spcAft>
                <a:spcPts val="0"/>
              </a:spcAft>
              <a:buSzPts val="1120"/>
              <a:buNone/>
              <a:defRPr sz="1400">
                <a:solidFill>
                  <a:schemeClr val="lt1"/>
                </a:solidFill>
              </a:defRPr>
            </a:lvl5pPr>
            <a:lvl6pPr marL="2743200" lvl="5" indent="-228600" algn="l">
              <a:spcBef>
                <a:spcPts val="600"/>
              </a:spcBef>
              <a:spcAft>
                <a:spcPts val="0"/>
              </a:spcAft>
              <a:buSzPts val="1120"/>
              <a:buNone/>
              <a:defRPr sz="1400">
                <a:solidFill>
                  <a:schemeClr val="lt1"/>
                </a:solidFill>
              </a:defRPr>
            </a:lvl6pPr>
            <a:lvl7pPr marL="3200400" lvl="6" indent="-228600" algn="l">
              <a:spcBef>
                <a:spcPts val="600"/>
              </a:spcBef>
              <a:spcAft>
                <a:spcPts val="0"/>
              </a:spcAft>
              <a:buSzPts val="1120"/>
              <a:buNone/>
              <a:defRPr sz="1400">
                <a:solidFill>
                  <a:schemeClr val="lt1"/>
                </a:solidFill>
              </a:defRPr>
            </a:lvl7pPr>
            <a:lvl8pPr marL="3657600" lvl="7" indent="-228600" algn="l">
              <a:spcBef>
                <a:spcPts val="600"/>
              </a:spcBef>
              <a:spcAft>
                <a:spcPts val="0"/>
              </a:spcAft>
              <a:buSzPts val="1120"/>
              <a:buNone/>
              <a:defRPr sz="1400">
                <a:solidFill>
                  <a:schemeClr val="lt1"/>
                </a:solidFill>
              </a:defRPr>
            </a:lvl8pPr>
            <a:lvl9pPr marL="4114800" lvl="8" indent="-228600" algn="l">
              <a:spcBef>
                <a:spcPts val="600"/>
              </a:spcBef>
              <a:spcAft>
                <a:spcPts val="600"/>
              </a:spcAft>
              <a:buSzPts val="1120"/>
              <a:buNone/>
              <a:defRPr sz="1400">
                <a:solidFill>
                  <a:schemeClr val="lt1"/>
                </a:solidFill>
              </a:defRPr>
            </a:lvl9pPr>
          </a:lstStyle>
          <a:p/>
        </p:txBody>
      </p:sp>
      <p:sp>
        <p:nvSpPr>
          <p:cNvPr id="254" name="Google Shape;254;p92"/>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92"/>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92"/>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257" name="Shape 257"/>
        <p:cNvGrpSpPr/>
        <p:nvPr/>
      </p:nvGrpSpPr>
      <p:grpSpPr>
        <a:xfrm>
          <a:off x="0" y="0"/>
          <a:ext cx="0" cy="0"/>
          <a:chOff x="0" y="0"/>
          <a:chExt cx="0" cy="0"/>
        </a:xfrm>
      </p:grpSpPr>
      <p:sp>
        <p:nvSpPr>
          <p:cNvPr id="258" name="Google Shape;258;p93"/>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600"/>
              <a:buFont typeface="Century Gothic" panose="020B0502020202020204"/>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93"/>
          <p:cNvSpPr txBox="1"/>
          <p:nvPr>
            <p:ph type="body" idx="1"/>
          </p:nvPr>
        </p:nvSpPr>
        <p:spPr>
          <a:xfrm rot="5400000">
            <a:off x="3143778" y="-1773766"/>
            <a:ext cx="3615267" cy="8534400"/>
          </a:xfrm>
          <a:prstGeom prst="rect">
            <a:avLst/>
          </a:prstGeom>
          <a:noFill/>
          <a:ln>
            <a:noFill/>
          </a:ln>
        </p:spPr>
        <p:txBody>
          <a:bodyPr spcFirstLastPara="1" wrap="square" lIns="91425" tIns="45700" rIns="91425" bIns="45700" anchor="t"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260" name="Google Shape;260;p93"/>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1" name="Google Shape;261;p93"/>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2" name="Google Shape;262;p93"/>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263" name="Shape 263"/>
        <p:cNvGrpSpPr/>
        <p:nvPr/>
      </p:nvGrpSpPr>
      <p:grpSpPr>
        <a:xfrm>
          <a:off x="0" y="0"/>
          <a:ext cx="0" cy="0"/>
          <a:chOff x="0" y="0"/>
          <a:chExt cx="0" cy="0"/>
        </a:xfrm>
      </p:grpSpPr>
      <p:sp>
        <p:nvSpPr>
          <p:cNvPr id="264" name="Google Shape;264;p94"/>
          <p:cNvSpPr txBox="1"/>
          <p:nvPr>
            <p:ph type="title"/>
          </p:nvPr>
        </p:nvSpPr>
        <p:spPr>
          <a:xfrm rot="5400000">
            <a:off x="7427912" y="1943100"/>
            <a:ext cx="4572000" cy="2057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94"/>
          <p:cNvSpPr txBox="1"/>
          <p:nvPr>
            <p:ph type="body" idx="1"/>
          </p:nvPr>
        </p:nvSpPr>
        <p:spPr>
          <a:xfrm rot="5400000">
            <a:off x="1943100" y="-571500"/>
            <a:ext cx="5308600" cy="7823200"/>
          </a:xfrm>
          <a:prstGeom prst="rect">
            <a:avLst/>
          </a:prstGeom>
          <a:noFill/>
          <a:ln>
            <a:noFill/>
          </a:ln>
        </p:spPr>
        <p:txBody>
          <a:bodyPr spcFirstLastPara="1" wrap="square" lIns="91425" tIns="45700" rIns="91425" bIns="45700" anchor="t"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266" name="Google Shape;266;p94"/>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7" name="Google Shape;267;p94"/>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8" name="Google Shape;268;p94"/>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81" name="Shape 281"/>
        <p:cNvGrpSpPr/>
        <p:nvPr/>
      </p:nvGrpSpPr>
      <p:grpSpPr>
        <a:xfrm>
          <a:off x="0" y="0"/>
          <a:ext cx="0" cy="0"/>
          <a:chOff x="0" y="0"/>
          <a:chExt cx="0" cy="0"/>
        </a:xfrm>
      </p:grpSpPr>
      <p:sp>
        <p:nvSpPr>
          <p:cNvPr id="282" name="Google Shape;282;p77"/>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3" name="Google Shape;283;p77"/>
          <p:cNvSpPr txBox="1"/>
          <p:nvPr>
            <p:ph type="body" idx="1"/>
          </p:nvPr>
        </p:nvSpPr>
        <p:spPr>
          <a:xfrm>
            <a:off x="684212" y="685800"/>
            <a:ext cx="8534400" cy="3615267"/>
          </a:xfrm>
          <a:prstGeom prst="rect">
            <a:avLst/>
          </a:prstGeom>
          <a:noFill/>
          <a:ln>
            <a:noFill/>
          </a:ln>
        </p:spPr>
        <p:txBody>
          <a:bodyPr spcFirstLastPara="1" wrap="square" lIns="91425" tIns="45700" rIns="91425" bIns="45700" anchor="ctr" anchorCtr="0">
            <a:normAutofit/>
          </a:bodyPr>
          <a:lstStyle>
            <a:lvl1pPr marL="457200" lvl="0" indent="-320040" algn="l">
              <a:spcBef>
                <a:spcPts val="360"/>
              </a:spcBef>
              <a:spcAft>
                <a:spcPts val="0"/>
              </a:spcAft>
              <a:buSzPts val="1440"/>
              <a:buChar char="▶"/>
              <a:defRPr/>
            </a:lvl1pPr>
            <a:lvl2pPr marL="914400" lvl="1" indent="-320040" algn="l">
              <a:spcBef>
                <a:spcPts val="600"/>
              </a:spcBef>
              <a:spcAft>
                <a:spcPts val="0"/>
              </a:spcAft>
              <a:buSzPts val="1440"/>
              <a:buChar char="▶"/>
              <a:defRPr/>
            </a:lvl2pPr>
            <a:lvl3pPr marL="1371600" lvl="2" indent="-320040" algn="l">
              <a:spcBef>
                <a:spcPts val="600"/>
              </a:spcBef>
              <a:spcAft>
                <a:spcPts val="0"/>
              </a:spcAft>
              <a:buSzPts val="1440"/>
              <a:buChar char="▶"/>
              <a:defRPr/>
            </a:lvl3pPr>
            <a:lvl4pPr marL="1828800" lvl="3" indent="-320040" algn="l">
              <a:spcBef>
                <a:spcPts val="600"/>
              </a:spcBef>
              <a:spcAft>
                <a:spcPts val="0"/>
              </a:spcAft>
              <a:buSzPts val="1440"/>
              <a:buChar char="▶"/>
              <a:defRPr/>
            </a:lvl4pPr>
            <a:lvl5pPr marL="2286000" lvl="4" indent="-320040" algn="l">
              <a:spcBef>
                <a:spcPts val="600"/>
              </a:spcBef>
              <a:spcAft>
                <a:spcPts val="0"/>
              </a:spcAft>
              <a:buSzPts val="1440"/>
              <a:buChar char="▶"/>
              <a:defRPr/>
            </a:lvl5pPr>
            <a:lvl6pPr marL="2743200" lvl="5" indent="-320040" algn="l">
              <a:spcBef>
                <a:spcPts val="600"/>
              </a:spcBef>
              <a:spcAft>
                <a:spcPts val="0"/>
              </a:spcAft>
              <a:buSzPts val="1440"/>
              <a:buChar char="▶"/>
              <a:defRPr/>
            </a:lvl6pPr>
            <a:lvl7pPr marL="3200400" lvl="6" indent="-320040" algn="l">
              <a:spcBef>
                <a:spcPts val="600"/>
              </a:spcBef>
              <a:spcAft>
                <a:spcPts val="0"/>
              </a:spcAft>
              <a:buSzPts val="1440"/>
              <a:buChar char="▶"/>
              <a:defRPr/>
            </a:lvl7pPr>
            <a:lvl8pPr marL="3657600" lvl="7" indent="-320040" algn="l">
              <a:spcBef>
                <a:spcPts val="600"/>
              </a:spcBef>
              <a:spcAft>
                <a:spcPts val="0"/>
              </a:spcAft>
              <a:buSzPts val="1440"/>
              <a:buChar char="▶"/>
              <a:defRPr/>
            </a:lvl8pPr>
            <a:lvl9pPr marL="4114800" lvl="8" indent="-320040" algn="l">
              <a:spcBef>
                <a:spcPts val="600"/>
              </a:spcBef>
              <a:spcAft>
                <a:spcPts val="600"/>
              </a:spcAft>
              <a:buSzPts val="1440"/>
              <a:buChar char="▶"/>
              <a:defRPr/>
            </a:lvl9pPr>
          </a:lstStyle>
          <a:p/>
        </p:txBody>
      </p:sp>
      <p:sp>
        <p:nvSpPr>
          <p:cNvPr id="284" name="Google Shape;284;p77"/>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77"/>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77"/>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8" Type="http://schemas.openxmlformats.org/officeDocument/2006/relationships/theme" Target="../theme/theme2.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9" name="Shape 9"/>
        <p:cNvGrpSpPr/>
        <p:nvPr/>
      </p:nvGrpSpPr>
      <p:grpSpPr>
        <a:xfrm>
          <a:off x="0" y="0"/>
          <a:ext cx="0" cy="0"/>
          <a:chOff x="0" y="0"/>
          <a:chExt cx="0" cy="0"/>
        </a:xfrm>
      </p:grpSpPr>
      <p:grpSp>
        <p:nvGrpSpPr>
          <p:cNvPr id="10" name="Google Shape;10;p71"/>
          <p:cNvGrpSpPr/>
          <p:nvPr/>
        </p:nvGrpSpPr>
        <p:grpSpPr>
          <a:xfrm>
            <a:off x="9206969" y="2963333"/>
            <a:ext cx="2981858" cy="3208867"/>
            <a:chOff x="9206969" y="2963333"/>
            <a:chExt cx="2981858" cy="3208867"/>
          </a:xfrm>
        </p:grpSpPr>
        <p:cxnSp>
          <p:nvCxnSpPr>
            <p:cNvPr id="11" name="Google Shape;11;p71"/>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2" name="Google Shape;12;p71"/>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3" name="Google Shape;13;p71"/>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4" name="Google Shape;14;p71"/>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5" name="Google Shape;15;p71"/>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6" name="Google Shape;16;p71"/>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lt1"/>
              </a:buClr>
              <a:buSzPts val="3600"/>
              <a:buFont typeface="Century Gothic" panose="020B0502020202020204"/>
              <a:buNone/>
              <a:defRPr sz="36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p:txBody>
      </p:sp>
      <p:sp>
        <p:nvSpPr>
          <p:cNvPr id="17" name="Google Shape;17;p71"/>
          <p:cNvSpPr txBox="1"/>
          <p:nvPr>
            <p:ph type="body" idx="1"/>
          </p:nvPr>
        </p:nvSpPr>
        <p:spPr>
          <a:xfrm>
            <a:off x="684212" y="685800"/>
            <a:ext cx="8534400" cy="3615267"/>
          </a:xfrm>
          <a:prstGeom prst="rect">
            <a:avLst/>
          </a:prstGeom>
          <a:noFill/>
          <a:ln>
            <a:noFill/>
          </a:ln>
        </p:spPr>
        <p:txBody>
          <a:bodyPr spcFirstLastPara="1" wrap="square" lIns="91425" tIns="45700" rIns="91425" bIns="45700" anchor="ctr" anchorCtr="0">
            <a:normAutofit/>
          </a:bodyPr>
          <a:lstStyle>
            <a:lvl1pPr marL="457200" marR="0" lvl="0" indent="-330200" algn="l" rtl="0">
              <a:spcBef>
                <a:spcPts val="400"/>
              </a:spcBef>
              <a:spcAft>
                <a:spcPts val="0"/>
              </a:spcAft>
              <a:buClr>
                <a:schemeClr val="lt1"/>
              </a:buClr>
              <a:buSzPts val="1600"/>
              <a:buFont typeface="Noto Sans Symbols"/>
              <a:buChar char="▶"/>
              <a:defRPr sz="20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1pPr>
            <a:lvl2pPr marL="914400" marR="0" lvl="1" indent="-320040" algn="l" rtl="0">
              <a:spcBef>
                <a:spcPts val="600"/>
              </a:spcBef>
              <a:spcAft>
                <a:spcPts val="0"/>
              </a:spcAft>
              <a:buClr>
                <a:schemeClr val="lt1"/>
              </a:buClr>
              <a:buSzPts val="1440"/>
              <a:buFont typeface="Noto Sans Symbols"/>
              <a:buChar char="▶"/>
              <a:defRPr sz="18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2pPr>
            <a:lvl3pPr marL="1371600" marR="0" lvl="2" indent="-309880" algn="l" rtl="0">
              <a:spcBef>
                <a:spcPts val="600"/>
              </a:spcBef>
              <a:spcAft>
                <a:spcPts val="0"/>
              </a:spcAft>
              <a:buClr>
                <a:schemeClr val="lt1"/>
              </a:buClr>
              <a:buSzPts val="1280"/>
              <a:buFont typeface="Noto Sans Symbols"/>
              <a:buChar char="▶"/>
              <a:defRPr sz="16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3pPr>
            <a:lvl4pPr marL="1828800" marR="0" lvl="3" indent="-299720" algn="l" rtl="0">
              <a:spcBef>
                <a:spcPts val="600"/>
              </a:spcBef>
              <a:spcAft>
                <a:spcPts val="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4pPr>
            <a:lvl5pPr marL="2286000" marR="0" lvl="4" indent="-299720" algn="l" rtl="0">
              <a:spcBef>
                <a:spcPts val="600"/>
              </a:spcBef>
              <a:spcAft>
                <a:spcPts val="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5pPr>
            <a:lvl6pPr marL="2743200" marR="0" lvl="5" indent="-299720" algn="l" rtl="0">
              <a:spcBef>
                <a:spcPts val="600"/>
              </a:spcBef>
              <a:spcAft>
                <a:spcPts val="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6pPr>
            <a:lvl7pPr marL="3200400" marR="0" lvl="6" indent="-299720" algn="l" rtl="0">
              <a:spcBef>
                <a:spcPts val="600"/>
              </a:spcBef>
              <a:spcAft>
                <a:spcPts val="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7pPr>
            <a:lvl8pPr marL="3657600" marR="0" lvl="7" indent="-299720" algn="l" rtl="0">
              <a:spcBef>
                <a:spcPts val="600"/>
              </a:spcBef>
              <a:spcAft>
                <a:spcPts val="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8pPr>
            <a:lvl9pPr marL="4114800" marR="0" lvl="8" indent="-299720" algn="l" rtl="0">
              <a:spcBef>
                <a:spcPts val="600"/>
              </a:spcBef>
              <a:spcAft>
                <a:spcPts val="60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18" name="Google Shape;18;p71"/>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0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19" name="Google Shape;19;p71"/>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20" name="Google Shape;20;p71"/>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32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1pPr>
            <a:lvl2pPr marL="0" marR="0" lvl="1" indent="0" algn="r" rtl="0">
              <a:spcBef>
                <a:spcPts val="0"/>
              </a:spcBef>
              <a:buNone/>
              <a:defRPr sz="32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2pPr>
            <a:lvl3pPr marL="0" marR="0" lvl="2" indent="0" algn="r" rtl="0">
              <a:spcBef>
                <a:spcPts val="0"/>
              </a:spcBef>
              <a:buNone/>
              <a:defRPr sz="32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3pPr>
            <a:lvl4pPr marL="0" marR="0" lvl="3" indent="0" algn="r" rtl="0">
              <a:spcBef>
                <a:spcPts val="0"/>
              </a:spcBef>
              <a:buNone/>
              <a:defRPr sz="32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4pPr>
            <a:lvl5pPr marL="0" marR="0" lvl="4" indent="0" algn="r" rtl="0">
              <a:spcBef>
                <a:spcPts val="0"/>
              </a:spcBef>
              <a:buNone/>
              <a:defRPr sz="32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5pPr>
            <a:lvl6pPr marL="0" marR="0" lvl="5" indent="0" algn="r" rtl="0">
              <a:spcBef>
                <a:spcPts val="0"/>
              </a:spcBef>
              <a:buNone/>
              <a:defRPr sz="32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6pPr>
            <a:lvl7pPr marL="0" marR="0" lvl="6" indent="0" algn="r" rtl="0">
              <a:spcBef>
                <a:spcPts val="0"/>
              </a:spcBef>
              <a:buNone/>
              <a:defRPr sz="32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7pPr>
            <a:lvl8pPr marL="0" marR="0" lvl="7" indent="0" algn="r" rtl="0">
              <a:spcBef>
                <a:spcPts val="0"/>
              </a:spcBef>
              <a:buNone/>
              <a:defRPr sz="32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8pPr>
            <a:lvl9pPr marL="0" marR="0" lvl="8" indent="0" algn="r" rtl="0">
              <a:spcBef>
                <a:spcPts val="0"/>
              </a:spcBef>
              <a:buNone/>
              <a:defRPr sz="3200" b="0" i="0" u="none" strike="noStrike" cap="none">
                <a:solidFill>
                  <a:srgbClr val="0A304A"/>
                </a:solidFill>
                <a:latin typeface="Century Gothic" panose="020B0502020202020204"/>
                <a:ea typeface="Century Gothic" panose="020B0502020202020204"/>
                <a:cs typeface="Century Gothic" panose="020B0502020202020204"/>
                <a:sym typeface="Century Gothic" panose="020B0502020202020204"/>
              </a:defRPr>
            </a:lvl9pPr>
          </a:lstStyle>
          <a:p>
            <a:pPr marL="0" lvl="0" indent="0" algn="r" rtl="0">
              <a:spcBef>
                <a:spcPts val="0"/>
              </a:spcBef>
              <a:spcAft>
                <a:spcPts val="0"/>
              </a:spcAft>
              <a:buNone/>
            </a:pPr>
            <a:fld id="{00000000-1234-1234-1234-123412341234}" type="slidenum">
              <a:rPr lang="de-DE"/>
            </a:fld>
            <a:endParaRPr lang="de-D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39" name="Shape 139"/>
        <p:cNvGrpSpPr/>
        <p:nvPr/>
      </p:nvGrpSpPr>
      <p:grpSpPr>
        <a:xfrm>
          <a:off x="0" y="0"/>
          <a:ext cx="0" cy="0"/>
          <a:chOff x="0" y="0"/>
          <a:chExt cx="0" cy="0"/>
        </a:xfrm>
      </p:grpSpPr>
      <p:grpSp>
        <p:nvGrpSpPr>
          <p:cNvPr id="140" name="Google Shape;140;p74"/>
          <p:cNvGrpSpPr/>
          <p:nvPr/>
        </p:nvGrpSpPr>
        <p:grpSpPr>
          <a:xfrm>
            <a:off x="9206969" y="2963333"/>
            <a:ext cx="2981858" cy="3208867"/>
            <a:chOff x="9206969" y="2963333"/>
            <a:chExt cx="2981858" cy="3208867"/>
          </a:xfrm>
        </p:grpSpPr>
        <p:cxnSp>
          <p:nvCxnSpPr>
            <p:cNvPr id="141" name="Google Shape;141;p74"/>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42" name="Google Shape;142;p74"/>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43" name="Google Shape;143;p74"/>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44" name="Google Shape;144;p74"/>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45" name="Google Shape;145;p74"/>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46" name="Google Shape;146;p74"/>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lt1"/>
              </a:buClr>
              <a:buSzPts val="3600"/>
              <a:buFont typeface="Century Gothic" panose="020B0502020202020204"/>
              <a:buNone/>
              <a:defRPr sz="36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p:txBody>
      </p:sp>
      <p:sp>
        <p:nvSpPr>
          <p:cNvPr id="147" name="Google Shape;147;p74"/>
          <p:cNvSpPr txBox="1"/>
          <p:nvPr>
            <p:ph type="body" idx="1"/>
          </p:nvPr>
        </p:nvSpPr>
        <p:spPr>
          <a:xfrm>
            <a:off x="684212" y="685800"/>
            <a:ext cx="8534400" cy="3615267"/>
          </a:xfrm>
          <a:prstGeom prst="rect">
            <a:avLst/>
          </a:prstGeom>
          <a:noFill/>
          <a:ln>
            <a:noFill/>
          </a:ln>
        </p:spPr>
        <p:txBody>
          <a:bodyPr spcFirstLastPara="1" wrap="square" lIns="91425" tIns="45700" rIns="91425" bIns="45700" anchor="ctr" anchorCtr="0">
            <a:normAutofit/>
          </a:bodyPr>
          <a:lstStyle>
            <a:lvl1pPr marL="457200" marR="0" lvl="0" indent="-330200" algn="l" rtl="0">
              <a:spcBef>
                <a:spcPts val="400"/>
              </a:spcBef>
              <a:spcAft>
                <a:spcPts val="0"/>
              </a:spcAft>
              <a:buClr>
                <a:schemeClr val="lt1"/>
              </a:buClr>
              <a:buSzPts val="1600"/>
              <a:buFont typeface="Noto Sans Symbols"/>
              <a:buChar char="▶"/>
              <a:defRPr sz="20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1pPr>
            <a:lvl2pPr marL="914400" marR="0" lvl="1" indent="-320040" algn="l" rtl="0">
              <a:spcBef>
                <a:spcPts val="600"/>
              </a:spcBef>
              <a:spcAft>
                <a:spcPts val="0"/>
              </a:spcAft>
              <a:buClr>
                <a:schemeClr val="lt1"/>
              </a:buClr>
              <a:buSzPts val="1440"/>
              <a:buFont typeface="Noto Sans Symbols"/>
              <a:buChar char="▶"/>
              <a:defRPr sz="18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2pPr>
            <a:lvl3pPr marL="1371600" marR="0" lvl="2" indent="-309880" algn="l" rtl="0">
              <a:spcBef>
                <a:spcPts val="600"/>
              </a:spcBef>
              <a:spcAft>
                <a:spcPts val="0"/>
              </a:spcAft>
              <a:buClr>
                <a:schemeClr val="lt1"/>
              </a:buClr>
              <a:buSzPts val="1280"/>
              <a:buFont typeface="Noto Sans Symbols"/>
              <a:buChar char="▶"/>
              <a:defRPr sz="16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3pPr>
            <a:lvl4pPr marL="1828800" marR="0" lvl="3" indent="-299720" algn="l" rtl="0">
              <a:spcBef>
                <a:spcPts val="600"/>
              </a:spcBef>
              <a:spcAft>
                <a:spcPts val="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4pPr>
            <a:lvl5pPr marL="2286000" marR="0" lvl="4" indent="-299720" algn="l" rtl="0">
              <a:spcBef>
                <a:spcPts val="600"/>
              </a:spcBef>
              <a:spcAft>
                <a:spcPts val="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5pPr>
            <a:lvl6pPr marL="2743200" marR="0" lvl="5" indent="-299720" algn="l" rtl="0">
              <a:spcBef>
                <a:spcPts val="600"/>
              </a:spcBef>
              <a:spcAft>
                <a:spcPts val="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6pPr>
            <a:lvl7pPr marL="3200400" marR="0" lvl="6" indent="-299720" algn="l" rtl="0">
              <a:spcBef>
                <a:spcPts val="600"/>
              </a:spcBef>
              <a:spcAft>
                <a:spcPts val="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7pPr>
            <a:lvl8pPr marL="3657600" marR="0" lvl="7" indent="-299720" algn="l" rtl="0">
              <a:spcBef>
                <a:spcPts val="600"/>
              </a:spcBef>
              <a:spcAft>
                <a:spcPts val="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8pPr>
            <a:lvl9pPr marL="4114800" marR="0" lvl="8" indent="-299720" algn="l" rtl="0">
              <a:spcBef>
                <a:spcPts val="600"/>
              </a:spcBef>
              <a:spcAft>
                <a:spcPts val="600"/>
              </a:spcAft>
              <a:buClr>
                <a:schemeClr val="lt1"/>
              </a:buClr>
              <a:buSzPts val="1120"/>
              <a:buFont typeface="Noto Sans Symbols"/>
              <a:buChar char="▶"/>
              <a:defRPr sz="1400" b="0" i="0" u="none" strike="noStrike" cap="none">
                <a:solidFill>
                  <a:srgbClr val="0F486F"/>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148" name="Google Shape;148;p74"/>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0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149" name="Google Shape;149;p74"/>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150" name="Google Shape;150;p74"/>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32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1pPr>
            <a:lvl2pPr marL="0" marR="0" lvl="1" indent="0" algn="r" rtl="0">
              <a:spcBef>
                <a:spcPts val="0"/>
              </a:spcBef>
              <a:buNone/>
              <a:defRPr sz="32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2pPr>
            <a:lvl3pPr marL="0" marR="0" lvl="2" indent="0" algn="r" rtl="0">
              <a:spcBef>
                <a:spcPts val="0"/>
              </a:spcBef>
              <a:buNone/>
              <a:defRPr sz="32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3pPr>
            <a:lvl4pPr marL="0" marR="0" lvl="3" indent="0" algn="r" rtl="0">
              <a:spcBef>
                <a:spcPts val="0"/>
              </a:spcBef>
              <a:buNone/>
              <a:defRPr sz="32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4pPr>
            <a:lvl5pPr marL="0" marR="0" lvl="4" indent="0" algn="r" rtl="0">
              <a:spcBef>
                <a:spcPts val="0"/>
              </a:spcBef>
              <a:buNone/>
              <a:defRPr sz="32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5pPr>
            <a:lvl6pPr marL="0" marR="0" lvl="5" indent="0" algn="r" rtl="0">
              <a:spcBef>
                <a:spcPts val="0"/>
              </a:spcBef>
              <a:buNone/>
              <a:defRPr sz="32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6pPr>
            <a:lvl7pPr marL="0" marR="0" lvl="6" indent="0" algn="r" rtl="0">
              <a:spcBef>
                <a:spcPts val="0"/>
              </a:spcBef>
              <a:buNone/>
              <a:defRPr sz="32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7pPr>
            <a:lvl8pPr marL="0" marR="0" lvl="7" indent="0" algn="r" rtl="0">
              <a:spcBef>
                <a:spcPts val="0"/>
              </a:spcBef>
              <a:buNone/>
              <a:defRPr sz="32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8pPr>
            <a:lvl9pPr marL="0" marR="0" lvl="8" indent="0" algn="r" rtl="0">
              <a:spcBef>
                <a:spcPts val="0"/>
              </a:spcBef>
              <a:buNone/>
              <a:defRPr sz="3200" b="0" i="0">
                <a:solidFill>
                  <a:srgbClr val="0A304A"/>
                </a:solidFill>
                <a:latin typeface="Century Gothic" panose="020B0502020202020204"/>
                <a:ea typeface="Century Gothic" panose="020B0502020202020204"/>
                <a:cs typeface="Century Gothic" panose="020B0502020202020204"/>
                <a:sym typeface="Century Gothic" panose="020B0502020202020204"/>
              </a:defRPr>
            </a:lvl9pPr>
          </a:lstStyle>
          <a:p>
            <a:pPr marL="0" lvl="0" indent="0" algn="r" rtl="0">
              <a:spcBef>
                <a:spcPts val="0"/>
              </a:spcBef>
              <a:spcAft>
                <a:spcPts val="0"/>
              </a:spcAft>
              <a:buNone/>
            </a:pPr>
            <a:fld id="{00000000-1234-1234-1234-123412341234}" type="slidenum">
              <a:rPr lang="de-DE"/>
            </a:fld>
            <a:endParaRPr lang="de-DE"/>
          </a:p>
        </p:txBody>
      </p:sp>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
              <a:srgbClr val="FFFFFF"/>
            </a:gs>
            <a:gs pos="100000">
              <a:srgbClr val="43D5FA"/>
            </a:gs>
          </a:gsLst>
          <a:lin ang="6120000" scaled="0"/>
        </a:gradFill>
        <a:effectLst/>
      </p:bgPr>
    </p:bg>
    <p:spTree>
      <p:nvGrpSpPr>
        <p:cNvPr id="269" name="Shape 269"/>
        <p:cNvGrpSpPr/>
        <p:nvPr/>
      </p:nvGrpSpPr>
      <p:grpSpPr>
        <a:xfrm>
          <a:off x="0" y="0"/>
          <a:ext cx="0" cy="0"/>
          <a:chOff x="0" y="0"/>
          <a:chExt cx="0" cy="0"/>
        </a:xfrm>
      </p:grpSpPr>
      <p:grpSp>
        <p:nvGrpSpPr>
          <p:cNvPr id="270" name="Google Shape;270;p76"/>
          <p:cNvGrpSpPr/>
          <p:nvPr/>
        </p:nvGrpSpPr>
        <p:grpSpPr>
          <a:xfrm>
            <a:off x="9206969" y="2963333"/>
            <a:ext cx="2981858" cy="3208867"/>
            <a:chOff x="9206969" y="2963333"/>
            <a:chExt cx="2981858" cy="3208867"/>
          </a:xfrm>
        </p:grpSpPr>
        <p:cxnSp>
          <p:nvCxnSpPr>
            <p:cNvPr id="271" name="Google Shape;271;p76"/>
            <p:cNvCxnSpPr/>
            <p:nvPr/>
          </p:nvCxnSpPr>
          <p:spPr>
            <a:xfrm flipH="1">
              <a:off x="11276012" y="2963333"/>
              <a:ext cx="912814" cy="912812"/>
            </a:xfrm>
            <a:prstGeom prst="straightConnector1">
              <a:avLst/>
            </a:prstGeom>
            <a:noFill/>
            <a:ln w="9525" cap="flat" cmpd="sng">
              <a:solidFill>
                <a:schemeClr val="dk1"/>
              </a:solidFill>
              <a:prstDash val="solid"/>
              <a:round/>
              <a:headEnd type="none" w="sm" len="sm"/>
              <a:tailEnd type="none" w="sm" len="sm"/>
            </a:ln>
          </p:spPr>
        </p:cxnSp>
        <p:cxnSp>
          <p:nvCxnSpPr>
            <p:cNvPr id="272" name="Google Shape;272;p76"/>
            <p:cNvCxnSpPr/>
            <p:nvPr/>
          </p:nvCxnSpPr>
          <p:spPr>
            <a:xfrm flipH="1">
              <a:off x="9206969" y="3190344"/>
              <a:ext cx="2981857" cy="2981856"/>
            </a:xfrm>
            <a:prstGeom prst="straightConnector1">
              <a:avLst/>
            </a:prstGeom>
            <a:noFill/>
            <a:ln w="9525" cap="flat" cmpd="sng">
              <a:solidFill>
                <a:schemeClr val="dk1"/>
              </a:solidFill>
              <a:prstDash val="solid"/>
              <a:round/>
              <a:headEnd type="none" w="sm" len="sm"/>
              <a:tailEnd type="none" w="sm" len="sm"/>
            </a:ln>
          </p:spPr>
        </p:cxnSp>
        <p:cxnSp>
          <p:nvCxnSpPr>
            <p:cNvPr id="273" name="Google Shape;273;p76"/>
            <p:cNvCxnSpPr/>
            <p:nvPr/>
          </p:nvCxnSpPr>
          <p:spPr>
            <a:xfrm flipH="1">
              <a:off x="10292292" y="3285067"/>
              <a:ext cx="1896534" cy="1896533"/>
            </a:xfrm>
            <a:prstGeom prst="straightConnector1">
              <a:avLst/>
            </a:prstGeom>
            <a:noFill/>
            <a:ln w="9525" cap="flat" cmpd="sng">
              <a:solidFill>
                <a:schemeClr val="dk1"/>
              </a:solidFill>
              <a:prstDash val="solid"/>
              <a:round/>
              <a:headEnd type="none" w="sm" len="sm"/>
              <a:tailEnd type="none" w="sm" len="sm"/>
            </a:ln>
          </p:spPr>
        </p:cxnSp>
        <p:cxnSp>
          <p:nvCxnSpPr>
            <p:cNvPr id="274" name="Google Shape;274;p76"/>
            <p:cNvCxnSpPr/>
            <p:nvPr/>
          </p:nvCxnSpPr>
          <p:spPr>
            <a:xfrm flipH="1">
              <a:off x="10443103" y="3131080"/>
              <a:ext cx="1745722" cy="1745720"/>
            </a:xfrm>
            <a:prstGeom prst="straightConnector1">
              <a:avLst/>
            </a:prstGeom>
            <a:noFill/>
            <a:ln w="28575" cap="flat" cmpd="sng">
              <a:solidFill>
                <a:schemeClr val="dk1"/>
              </a:solidFill>
              <a:prstDash val="solid"/>
              <a:round/>
              <a:headEnd type="none" w="sm" len="sm"/>
              <a:tailEnd type="none" w="sm" len="sm"/>
            </a:ln>
          </p:spPr>
        </p:cxnSp>
        <p:cxnSp>
          <p:nvCxnSpPr>
            <p:cNvPr id="275" name="Google Shape;275;p76"/>
            <p:cNvCxnSpPr/>
            <p:nvPr/>
          </p:nvCxnSpPr>
          <p:spPr>
            <a:xfrm flipH="1">
              <a:off x="10918826" y="3683001"/>
              <a:ext cx="1270001" cy="1269999"/>
            </a:xfrm>
            <a:prstGeom prst="straightConnector1">
              <a:avLst/>
            </a:prstGeom>
            <a:noFill/>
            <a:ln w="28575" cap="flat" cmpd="sng">
              <a:solidFill>
                <a:schemeClr val="dk1"/>
              </a:solidFill>
              <a:prstDash val="solid"/>
              <a:round/>
              <a:headEnd type="none" w="sm" len="sm"/>
              <a:tailEnd type="none" w="sm" len="sm"/>
            </a:ln>
          </p:spPr>
        </p:cxnSp>
      </p:grpSp>
      <p:sp>
        <p:nvSpPr>
          <p:cNvPr id="276" name="Google Shape;276;p76"/>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3600"/>
              <a:buFont typeface="Century Gothic" panose="020B0502020202020204"/>
              <a:buNone/>
              <a:defRPr sz="36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p:txBody>
      </p:sp>
      <p:sp>
        <p:nvSpPr>
          <p:cNvPr id="277" name="Google Shape;277;p76"/>
          <p:cNvSpPr txBox="1"/>
          <p:nvPr>
            <p:ph type="body" idx="1"/>
          </p:nvPr>
        </p:nvSpPr>
        <p:spPr>
          <a:xfrm>
            <a:off x="684212" y="685800"/>
            <a:ext cx="8534400" cy="3615267"/>
          </a:xfrm>
          <a:prstGeom prst="rect">
            <a:avLst/>
          </a:prstGeom>
          <a:noFill/>
          <a:ln>
            <a:noFill/>
          </a:ln>
        </p:spPr>
        <p:txBody>
          <a:bodyPr spcFirstLastPara="1" wrap="square" lIns="91425" tIns="45700" rIns="91425" bIns="45700" anchor="ctr" anchorCtr="0">
            <a:normAutofit/>
          </a:bodyPr>
          <a:lstStyle>
            <a:lvl1pPr marL="457200" marR="0" lvl="0" indent="-330200" algn="l" rtl="0">
              <a:spcBef>
                <a:spcPts val="400"/>
              </a:spcBef>
              <a:spcAft>
                <a:spcPts val="0"/>
              </a:spcAft>
              <a:buClr>
                <a:schemeClr val="dk1"/>
              </a:buClr>
              <a:buSzPts val="1600"/>
              <a:buFont typeface="Noto Sans Symbols"/>
              <a:buChar char="▶"/>
              <a:defRPr sz="2000" b="0" i="0" u="none" strike="noStrike" cap="none">
                <a:solidFill>
                  <a:srgbClr val="22C4ED"/>
                </a:solidFill>
                <a:latin typeface="Century Gothic" panose="020B0502020202020204"/>
                <a:ea typeface="Century Gothic" panose="020B0502020202020204"/>
                <a:cs typeface="Century Gothic" panose="020B0502020202020204"/>
                <a:sym typeface="Century Gothic" panose="020B0502020202020204"/>
              </a:defRPr>
            </a:lvl1pPr>
            <a:lvl2pPr marL="914400" marR="0" lvl="1" indent="-320040" algn="l" rtl="0">
              <a:spcBef>
                <a:spcPts val="600"/>
              </a:spcBef>
              <a:spcAft>
                <a:spcPts val="0"/>
              </a:spcAft>
              <a:buClr>
                <a:schemeClr val="dk1"/>
              </a:buClr>
              <a:buSzPts val="1440"/>
              <a:buFont typeface="Noto Sans Symbols"/>
              <a:buChar char="▶"/>
              <a:defRPr sz="1800" b="0" i="0" u="none" strike="noStrike" cap="none">
                <a:solidFill>
                  <a:srgbClr val="22C4ED"/>
                </a:solidFill>
                <a:latin typeface="Century Gothic" panose="020B0502020202020204"/>
                <a:ea typeface="Century Gothic" panose="020B0502020202020204"/>
                <a:cs typeface="Century Gothic" panose="020B0502020202020204"/>
                <a:sym typeface="Century Gothic" panose="020B0502020202020204"/>
              </a:defRPr>
            </a:lvl2pPr>
            <a:lvl3pPr marL="1371600" marR="0" lvl="2" indent="-309880" algn="l" rtl="0">
              <a:spcBef>
                <a:spcPts val="600"/>
              </a:spcBef>
              <a:spcAft>
                <a:spcPts val="0"/>
              </a:spcAft>
              <a:buClr>
                <a:schemeClr val="dk1"/>
              </a:buClr>
              <a:buSzPts val="1280"/>
              <a:buFont typeface="Noto Sans Symbols"/>
              <a:buChar char="▶"/>
              <a:defRPr sz="1600" b="0" i="0" u="none" strike="noStrike" cap="none">
                <a:solidFill>
                  <a:srgbClr val="22C4ED"/>
                </a:solidFill>
                <a:latin typeface="Century Gothic" panose="020B0502020202020204"/>
                <a:ea typeface="Century Gothic" panose="020B0502020202020204"/>
                <a:cs typeface="Century Gothic" panose="020B0502020202020204"/>
                <a:sym typeface="Century Gothic" panose="020B0502020202020204"/>
              </a:defRPr>
            </a:lvl3pPr>
            <a:lvl4pPr marL="1828800" marR="0" lvl="3" indent="-299720" algn="l" rtl="0">
              <a:spcBef>
                <a:spcPts val="600"/>
              </a:spcBef>
              <a:spcAft>
                <a:spcPts val="0"/>
              </a:spcAft>
              <a:buClr>
                <a:schemeClr val="dk1"/>
              </a:buClr>
              <a:buSzPts val="1120"/>
              <a:buFont typeface="Noto Sans Symbols"/>
              <a:buChar char="▶"/>
              <a:defRPr sz="1400" b="0" i="0" u="none" strike="noStrike" cap="none">
                <a:solidFill>
                  <a:srgbClr val="22C4ED"/>
                </a:solidFill>
                <a:latin typeface="Century Gothic" panose="020B0502020202020204"/>
                <a:ea typeface="Century Gothic" panose="020B0502020202020204"/>
                <a:cs typeface="Century Gothic" panose="020B0502020202020204"/>
                <a:sym typeface="Century Gothic" panose="020B0502020202020204"/>
              </a:defRPr>
            </a:lvl4pPr>
            <a:lvl5pPr marL="2286000" marR="0" lvl="4" indent="-299720" algn="l" rtl="0">
              <a:spcBef>
                <a:spcPts val="600"/>
              </a:spcBef>
              <a:spcAft>
                <a:spcPts val="0"/>
              </a:spcAft>
              <a:buClr>
                <a:schemeClr val="dk1"/>
              </a:buClr>
              <a:buSzPts val="1120"/>
              <a:buFont typeface="Noto Sans Symbols"/>
              <a:buChar char="▶"/>
              <a:defRPr sz="1400" b="0" i="0" u="none" strike="noStrike" cap="none">
                <a:solidFill>
                  <a:srgbClr val="22C4ED"/>
                </a:solidFill>
                <a:latin typeface="Century Gothic" panose="020B0502020202020204"/>
                <a:ea typeface="Century Gothic" panose="020B0502020202020204"/>
                <a:cs typeface="Century Gothic" panose="020B0502020202020204"/>
                <a:sym typeface="Century Gothic" panose="020B0502020202020204"/>
              </a:defRPr>
            </a:lvl5pPr>
            <a:lvl6pPr marL="2743200" marR="0" lvl="5" indent="-299720" algn="l" rtl="0">
              <a:spcBef>
                <a:spcPts val="600"/>
              </a:spcBef>
              <a:spcAft>
                <a:spcPts val="0"/>
              </a:spcAft>
              <a:buClr>
                <a:schemeClr val="dk1"/>
              </a:buClr>
              <a:buSzPts val="1120"/>
              <a:buFont typeface="Noto Sans Symbols"/>
              <a:buChar char="▶"/>
              <a:defRPr sz="1400" b="0" i="0" u="none" strike="noStrike" cap="none">
                <a:solidFill>
                  <a:srgbClr val="22C4ED"/>
                </a:solidFill>
                <a:latin typeface="Century Gothic" panose="020B0502020202020204"/>
                <a:ea typeface="Century Gothic" panose="020B0502020202020204"/>
                <a:cs typeface="Century Gothic" panose="020B0502020202020204"/>
                <a:sym typeface="Century Gothic" panose="020B0502020202020204"/>
              </a:defRPr>
            </a:lvl6pPr>
            <a:lvl7pPr marL="3200400" marR="0" lvl="6" indent="-299720" algn="l" rtl="0">
              <a:spcBef>
                <a:spcPts val="600"/>
              </a:spcBef>
              <a:spcAft>
                <a:spcPts val="0"/>
              </a:spcAft>
              <a:buClr>
                <a:schemeClr val="dk1"/>
              </a:buClr>
              <a:buSzPts val="1120"/>
              <a:buFont typeface="Noto Sans Symbols"/>
              <a:buChar char="▶"/>
              <a:defRPr sz="1400" b="0" i="0" u="none" strike="noStrike" cap="none">
                <a:solidFill>
                  <a:srgbClr val="22C4ED"/>
                </a:solidFill>
                <a:latin typeface="Century Gothic" panose="020B0502020202020204"/>
                <a:ea typeface="Century Gothic" panose="020B0502020202020204"/>
                <a:cs typeface="Century Gothic" panose="020B0502020202020204"/>
                <a:sym typeface="Century Gothic" panose="020B0502020202020204"/>
              </a:defRPr>
            </a:lvl7pPr>
            <a:lvl8pPr marL="3657600" marR="0" lvl="7" indent="-299720" algn="l" rtl="0">
              <a:spcBef>
                <a:spcPts val="600"/>
              </a:spcBef>
              <a:spcAft>
                <a:spcPts val="0"/>
              </a:spcAft>
              <a:buClr>
                <a:schemeClr val="dk1"/>
              </a:buClr>
              <a:buSzPts val="1120"/>
              <a:buFont typeface="Noto Sans Symbols"/>
              <a:buChar char="▶"/>
              <a:defRPr sz="1400" b="0" i="0" u="none" strike="noStrike" cap="none">
                <a:solidFill>
                  <a:srgbClr val="22C4ED"/>
                </a:solidFill>
                <a:latin typeface="Century Gothic" panose="020B0502020202020204"/>
                <a:ea typeface="Century Gothic" panose="020B0502020202020204"/>
                <a:cs typeface="Century Gothic" panose="020B0502020202020204"/>
                <a:sym typeface="Century Gothic" panose="020B0502020202020204"/>
              </a:defRPr>
            </a:lvl8pPr>
            <a:lvl9pPr marL="4114800" marR="0" lvl="8" indent="-299720" algn="l" rtl="0">
              <a:spcBef>
                <a:spcPts val="600"/>
              </a:spcBef>
              <a:spcAft>
                <a:spcPts val="600"/>
              </a:spcAft>
              <a:buClr>
                <a:schemeClr val="dk1"/>
              </a:buClr>
              <a:buSzPts val="1120"/>
              <a:buFont typeface="Noto Sans Symbols"/>
              <a:buChar char="▶"/>
              <a:defRPr sz="1400" b="0" i="0" u="none" strike="noStrike" cap="none">
                <a:solidFill>
                  <a:srgbClr val="22C4ED"/>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278" name="Google Shape;278;p76"/>
          <p:cNvSpPr txBox="1"/>
          <p:nvPr>
            <p:ph type="dt" idx="10"/>
          </p:nvPr>
        </p:nvSpPr>
        <p:spPr>
          <a:xfrm>
            <a:off x="9904412" y="6172200"/>
            <a:ext cx="1600200" cy="36512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000" b="0" i="0">
                <a:solidFill>
                  <a:srgbClr val="0D88A7"/>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279" name="Google Shape;279;p76"/>
          <p:cNvSpPr txBox="1"/>
          <p:nvPr>
            <p:ph type="ftr" idx="11"/>
          </p:nvPr>
        </p:nvSpPr>
        <p:spPr>
          <a:xfrm>
            <a:off x="684212" y="6172200"/>
            <a:ext cx="7543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b="0" i="0">
                <a:solidFill>
                  <a:srgbClr val="0D88A7"/>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280" name="Google Shape;280;p76"/>
          <p:cNvSpPr txBox="1"/>
          <p:nvPr>
            <p:ph type="sldNum" idx="12"/>
          </p:nvPr>
        </p:nvSpPr>
        <p:spPr>
          <a:xfrm>
            <a:off x="10363200" y="5578475"/>
            <a:ext cx="1142245" cy="669925"/>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3200" b="0" i="0" u="none">
                <a:solidFill>
                  <a:srgbClr val="0D88A7"/>
                </a:solidFill>
                <a:latin typeface="Century Gothic" panose="020B0502020202020204"/>
                <a:ea typeface="Century Gothic" panose="020B0502020202020204"/>
                <a:cs typeface="Century Gothic" panose="020B0502020202020204"/>
                <a:sym typeface="Century Gothic" panose="020B0502020202020204"/>
              </a:defRPr>
            </a:lvl1pPr>
            <a:lvl2pPr marL="0" marR="0" lvl="1" indent="0" algn="r" rtl="0">
              <a:spcBef>
                <a:spcPts val="0"/>
              </a:spcBef>
              <a:buNone/>
              <a:defRPr sz="3200" b="0" i="0" u="none">
                <a:solidFill>
                  <a:srgbClr val="0D88A7"/>
                </a:solidFill>
                <a:latin typeface="Century Gothic" panose="020B0502020202020204"/>
                <a:ea typeface="Century Gothic" panose="020B0502020202020204"/>
                <a:cs typeface="Century Gothic" panose="020B0502020202020204"/>
                <a:sym typeface="Century Gothic" panose="020B0502020202020204"/>
              </a:defRPr>
            </a:lvl2pPr>
            <a:lvl3pPr marL="0" marR="0" lvl="2" indent="0" algn="r" rtl="0">
              <a:spcBef>
                <a:spcPts val="0"/>
              </a:spcBef>
              <a:buNone/>
              <a:defRPr sz="3200" b="0" i="0" u="none">
                <a:solidFill>
                  <a:srgbClr val="0D88A7"/>
                </a:solidFill>
                <a:latin typeface="Century Gothic" panose="020B0502020202020204"/>
                <a:ea typeface="Century Gothic" panose="020B0502020202020204"/>
                <a:cs typeface="Century Gothic" panose="020B0502020202020204"/>
                <a:sym typeface="Century Gothic" panose="020B0502020202020204"/>
              </a:defRPr>
            </a:lvl3pPr>
            <a:lvl4pPr marL="0" marR="0" lvl="3" indent="0" algn="r" rtl="0">
              <a:spcBef>
                <a:spcPts val="0"/>
              </a:spcBef>
              <a:buNone/>
              <a:defRPr sz="3200" b="0" i="0" u="none">
                <a:solidFill>
                  <a:srgbClr val="0D88A7"/>
                </a:solidFill>
                <a:latin typeface="Century Gothic" panose="020B0502020202020204"/>
                <a:ea typeface="Century Gothic" panose="020B0502020202020204"/>
                <a:cs typeface="Century Gothic" panose="020B0502020202020204"/>
                <a:sym typeface="Century Gothic" panose="020B0502020202020204"/>
              </a:defRPr>
            </a:lvl4pPr>
            <a:lvl5pPr marL="0" marR="0" lvl="4" indent="0" algn="r" rtl="0">
              <a:spcBef>
                <a:spcPts val="0"/>
              </a:spcBef>
              <a:buNone/>
              <a:defRPr sz="3200" b="0" i="0" u="none">
                <a:solidFill>
                  <a:srgbClr val="0D88A7"/>
                </a:solidFill>
                <a:latin typeface="Century Gothic" panose="020B0502020202020204"/>
                <a:ea typeface="Century Gothic" panose="020B0502020202020204"/>
                <a:cs typeface="Century Gothic" panose="020B0502020202020204"/>
                <a:sym typeface="Century Gothic" panose="020B0502020202020204"/>
              </a:defRPr>
            </a:lvl5pPr>
            <a:lvl6pPr marL="0" marR="0" lvl="5" indent="0" algn="r" rtl="0">
              <a:spcBef>
                <a:spcPts val="0"/>
              </a:spcBef>
              <a:buNone/>
              <a:defRPr sz="3200" b="0" i="0" u="none">
                <a:solidFill>
                  <a:srgbClr val="0D88A7"/>
                </a:solidFill>
                <a:latin typeface="Century Gothic" panose="020B0502020202020204"/>
                <a:ea typeface="Century Gothic" panose="020B0502020202020204"/>
                <a:cs typeface="Century Gothic" panose="020B0502020202020204"/>
                <a:sym typeface="Century Gothic" panose="020B0502020202020204"/>
              </a:defRPr>
            </a:lvl6pPr>
            <a:lvl7pPr marL="0" marR="0" lvl="6" indent="0" algn="r" rtl="0">
              <a:spcBef>
                <a:spcPts val="0"/>
              </a:spcBef>
              <a:buNone/>
              <a:defRPr sz="3200" b="0" i="0" u="none">
                <a:solidFill>
                  <a:srgbClr val="0D88A7"/>
                </a:solidFill>
                <a:latin typeface="Century Gothic" panose="020B0502020202020204"/>
                <a:ea typeface="Century Gothic" panose="020B0502020202020204"/>
                <a:cs typeface="Century Gothic" panose="020B0502020202020204"/>
                <a:sym typeface="Century Gothic" panose="020B0502020202020204"/>
              </a:defRPr>
            </a:lvl7pPr>
            <a:lvl8pPr marL="0" marR="0" lvl="7" indent="0" algn="r" rtl="0">
              <a:spcBef>
                <a:spcPts val="0"/>
              </a:spcBef>
              <a:buNone/>
              <a:defRPr sz="3200" b="0" i="0" u="none">
                <a:solidFill>
                  <a:srgbClr val="0D88A7"/>
                </a:solidFill>
                <a:latin typeface="Century Gothic" panose="020B0502020202020204"/>
                <a:ea typeface="Century Gothic" panose="020B0502020202020204"/>
                <a:cs typeface="Century Gothic" panose="020B0502020202020204"/>
                <a:sym typeface="Century Gothic" panose="020B0502020202020204"/>
              </a:defRPr>
            </a:lvl8pPr>
            <a:lvl9pPr marL="0" marR="0" lvl="8" indent="0" algn="r" rtl="0">
              <a:spcBef>
                <a:spcPts val="0"/>
              </a:spcBef>
              <a:buNone/>
              <a:defRPr sz="3200" b="0" i="0" u="none">
                <a:solidFill>
                  <a:srgbClr val="0D88A7"/>
                </a:solidFill>
                <a:latin typeface="Century Gothic" panose="020B0502020202020204"/>
                <a:ea typeface="Century Gothic" panose="020B0502020202020204"/>
                <a:cs typeface="Century Gothic" panose="020B0502020202020204"/>
                <a:sym typeface="Century Gothic" panose="020B0502020202020204"/>
              </a:defRPr>
            </a:lvl9pPr>
          </a:lstStyle>
          <a:p>
            <a:pPr marL="0" lvl="0" indent="0" algn="r" rtl="0">
              <a:spcBef>
                <a:spcPts val="0"/>
              </a:spcBef>
              <a:spcAft>
                <a:spcPts val="0"/>
              </a:spcAft>
              <a:buNone/>
            </a:pPr>
            <a:fld id="{00000000-1234-1234-1234-123412341234}" type="slidenum">
              <a:rPr lang="de-DE"/>
            </a:fld>
            <a:endParaRPr lang="de-DE"/>
          </a:p>
        </p:txBody>
      </p:sp>
    </p:spTree>
  </p:cSld>
  <p:clrMap bg1="lt1" tx1="dk1" bg2="dk2" tx2="lt2" accent1="accent1" accent2="accent2" accent3="accent3" accent4="accent4" accent5="accent5" accent6="accent6" hlink="hlink" folHlink="folHlink"/>
  <p:sldLayoutIdLst>
    <p:sldLayoutId id="214748368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8.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8.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8.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8.xml"/><Relationship Id="rId2" Type="http://schemas.openxmlformats.org/officeDocument/2006/relationships/image" Target="../media/image19.png"/><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8.xml"/><Relationship Id="rId2" Type="http://schemas.openxmlformats.org/officeDocument/2006/relationships/image" Target="../media/image21.png"/><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2.xml"/><Relationship Id="rId7" Type="http://schemas.openxmlformats.org/officeDocument/2006/relationships/image" Target="../media/image34.png"/><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2.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2.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61.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65.pn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2.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44.xml"/><Relationship Id="rId6"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5.xml"/><Relationship Id="rId1" Type="http://schemas.openxmlformats.org/officeDocument/2006/relationships/image" Target="../media/image78.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5.xml"/><Relationship Id="rId1" Type="http://schemas.openxmlformats.org/officeDocument/2006/relationships/image" Target="../media/image76.pn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35.xml"/><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35.xml"/><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52.xml"/><Relationship Id="rId4" Type="http://schemas.openxmlformats.org/officeDocument/2006/relationships/slideLayout" Target="../slideLayouts/slideLayout35.xml"/><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85.pn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35.xml"/><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image" Target="../media/image88.pn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35.xml"/><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image" Target="../media/image91.png"/></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35.xml"/><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image" Target="../media/image94.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35.xml"/><Relationship Id="rId1" Type="http://schemas.openxmlformats.org/officeDocument/2006/relationships/image" Target="../media/image81.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35.xml"/><Relationship Id="rId1" Type="http://schemas.openxmlformats.org/officeDocument/2006/relationships/image" Target="../media/image97.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98.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1.xml"/><Relationship Id="rId2" Type="http://schemas.openxmlformats.org/officeDocument/2006/relationships/image" Target="../media/image100.png"/><Relationship Id="rId1" Type="http://schemas.openxmlformats.org/officeDocument/2006/relationships/image" Target="../media/image99.png"/></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60.xml"/><Relationship Id="rId4" Type="http://schemas.openxmlformats.org/officeDocument/2006/relationships/slideLayout" Target="../slideLayouts/slideLayout3.xml"/><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image" Target="../media/image99.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3.xml"/><Relationship Id="rId2" Type="http://schemas.openxmlformats.org/officeDocument/2006/relationships/image" Target="../media/image103.png"/><Relationship Id="rId1" Type="http://schemas.openxmlformats.org/officeDocument/2006/relationships/image" Target="../media/image99.pn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62.xml"/><Relationship Id="rId4" Type="http://schemas.openxmlformats.org/officeDocument/2006/relationships/slideLayout" Target="../slideLayouts/slideLayout19.xml"/><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image" Target="../media/image99.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19.xml"/><Relationship Id="rId2" Type="http://schemas.openxmlformats.org/officeDocument/2006/relationships/image" Target="../media/image106.png"/><Relationship Id="rId1" Type="http://schemas.openxmlformats.org/officeDocument/2006/relationships/image" Target="../media/image99.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9.xml"/><Relationship Id="rId2" Type="http://schemas.openxmlformats.org/officeDocument/2006/relationships/image" Target="../media/image107.png"/><Relationship Id="rId1" Type="http://schemas.openxmlformats.org/officeDocument/2006/relationships/image" Target="../media/image99.png"/></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65.xml"/><Relationship Id="rId4" Type="http://schemas.openxmlformats.org/officeDocument/2006/relationships/slideLayout" Target="../slideLayouts/slideLayout19.xml"/><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image" Target="../media/image99.pn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9.xml"/><Relationship Id="rId2" Type="http://schemas.openxmlformats.org/officeDocument/2006/relationships/image" Target="../media/image110.png"/><Relationship Id="rId1" Type="http://schemas.openxmlformats.org/officeDocument/2006/relationships/image" Target="../media/image99.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9.xml"/><Relationship Id="rId2" Type="http://schemas.openxmlformats.org/officeDocument/2006/relationships/image" Target="../media/image111.png"/><Relationship Id="rId1" Type="http://schemas.openxmlformats.org/officeDocument/2006/relationships/image" Target="../media/image99.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9.xml"/><Relationship Id="rId1" Type="http://schemas.openxmlformats.org/officeDocument/2006/relationships/image" Target="../media/image99.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0" name="Shape 290"/>
        <p:cNvGrpSpPr/>
        <p:nvPr/>
      </p:nvGrpSpPr>
      <p:grpSpPr>
        <a:xfrm>
          <a:off x="0" y="0"/>
          <a:ext cx="0" cy="0"/>
          <a:chOff x="0" y="0"/>
          <a:chExt cx="0" cy="0"/>
        </a:xfrm>
      </p:grpSpPr>
      <p:sp>
        <p:nvSpPr>
          <p:cNvPr id="291" name="Google Shape;291;p1"/>
          <p:cNvSpPr txBox="1"/>
          <p:nvPr>
            <p:ph type="ctrTitle"/>
          </p:nvPr>
        </p:nvSpPr>
        <p:spPr>
          <a:xfrm>
            <a:off x="684212" y="685799"/>
            <a:ext cx="3780693" cy="304801"/>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lt1"/>
              </a:buClr>
              <a:buSzPct val="100000"/>
              <a:buFont typeface="Century Gothic" panose="020B0502020202020204"/>
              <a:buNone/>
            </a:pPr>
            <a:r>
              <a:rPr lang="de-DE"/>
              <a:t>ABLAUF</a:t>
            </a:r>
            <a:endParaRPr lang="de-DE"/>
          </a:p>
        </p:txBody>
      </p:sp>
      <p:sp>
        <p:nvSpPr>
          <p:cNvPr id="292" name="Google Shape;292;p1"/>
          <p:cNvSpPr txBox="1"/>
          <p:nvPr>
            <p:ph type="subTitle" idx="1"/>
          </p:nvPr>
        </p:nvSpPr>
        <p:spPr>
          <a:xfrm>
            <a:off x="273904" y="893559"/>
            <a:ext cx="11334261" cy="559125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de-DE" sz="1800"/>
              <a:t> 9:40–10:40 PowerPoint Präsentation:</a:t>
            </a:r>
            <a:br>
              <a:rPr lang="de-DE" sz="1800"/>
            </a:br>
            <a:br>
              <a:rPr lang="de-DE" sz="1400"/>
            </a:br>
            <a:r>
              <a:rPr lang="de-DE" sz="1400"/>
              <a:t>- 7-8min pro Person: Gewerke Projektleiter, SPS, Zwillinge, WinCC, NodeRed</a:t>
            </a:r>
            <a:br>
              <a:rPr lang="de-DE" sz="1400"/>
            </a:br>
            <a:r>
              <a:rPr lang="de-DE" sz="1400"/>
              <a:t>- Vorstellen, was konkret gemacht wurde, dabei aufs Wesentliche konzentrieren</a:t>
            </a:r>
            <a:br>
              <a:rPr lang="de-DE" sz="1400"/>
            </a:br>
            <a:r>
              <a:rPr lang="de-DE" sz="1400"/>
              <a:t>- Beispiel: Was hast du konkret gemacht? Was war das Konzept? Coole Features herausstellen. Zeigen, dass systematisch gearbeitet wurde. Petrinetze, Statecharts, Zustandsdiagramme zeigen, anstatt in den Programmcode zu gehen. Auf die Technik konzentrieren, gerne dabei ins Detail gehen.</a:t>
            </a:r>
            <a:br>
              <a:rPr lang="de-DE" sz="1400"/>
            </a:br>
            <a:r>
              <a:rPr lang="de-DE" sz="1400"/>
              <a:t>- Letzte Folie ist Lessons Learnt: Wie war die Zusammenarbeit, Organisation? Was hat gut, was schlecht geklappt?</a:t>
            </a:r>
            <a:endParaRPr lang="de-DE" sz="1400"/>
          </a:p>
          <a:p>
            <a:pPr marL="0" lvl="0" indent="0" algn="l" rtl="0">
              <a:spcBef>
                <a:spcPts val="880"/>
              </a:spcBef>
              <a:spcAft>
                <a:spcPts val="0"/>
              </a:spcAft>
              <a:buSzPts val="1120"/>
              <a:buNone/>
            </a:pPr>
            <a:endParaRPr sz="1400"/>
          </a:p>
          <a:p>
            <a:pPr marL="0" lvl="0" indent="0" algn="l" rtl="0">
              <a:spcBef>
                <a:spcPts val="960"/>
              </a:spcBef>
              <a:spcAft>
                <a:spcPts val="0"/>
              </a:spcAft>
              <a:buSzPts val="1440"/>
              <a:buNone/>
            </a:pPr>
            <a:r>
              <a:rPr lang="de-DE" sz="1800"/>
              <a:t>10:40-10:55 Vorführung der Anlage</a:t>
            </a:r>
            <a:br>
              <a:rPr lang="de-DE" sz="1400"/>
            </a:br>
            <a:endParaRPr sz="1400"/>
          </a:p>
        </p:txBody>
      </p:sp>
      <p:sp>
        <p:nvSpPr>
          <p:cNvPr id="293" name="Google Shape;293;p1"/>
          <p:cNvSpPr txBox="1"/>
          <p:nvPr>
            <p:ph type="sldNum" idx="12"/>
          </p:nvPr>
        </p:nvSpPr>
        <p:spPr>
          <a:xfrm>
            <a:off x="11037277" y="6223244"/>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297" name="Shape 297"/>
        <p:cNvGrpSpPr/>
        <p:nvPr/>
      </p:nvGrpSpPr>
      <p:grpSpPr>
        <a:xfrm>
          <a:off x="0" y="0"/>
          <a:ext cx="0" cy="0"/>
          <a:chOff x="0" y="0"/>
          <a:chExt cx="0" cy="0"/>
        </a:xfrm>
      </p:grpSpPr>
      <p:cxnSp>
        <p:nvCxnSpPr>
          <p:cNvPr id="298" name="Google Shape;298;p2"/>
          <p:cNvCxnSpPr/>
          <p:nvPr/>
        </p:nvCxnSpPr>
        <p:spPr>
          <a:xfrm flipH="1">
            <a:off x="8228012" y="8467"/>
            <a:ext cx="3810000" cy="3810000"/>
          </a:xfrm>
          <a:prstGeom prst="straightConnector1">
            <a:avLst/>
          </a:prstGeom>
          <a:noFill/>
          <a:ln w="12700" cap="flat" cmpd="sng">
            <a:solidFill>
              <a:schemeClr val="lt1"/>
            </a:solidFill>
            <a:prstDash val="solid"/>
            <a:round/>
            <a:headEnd type="none" w="sm" len="sm"/>
            <a:tailEnd type="none" w="sm" len="sm"/>
          </a:ln>
        </p:spPr>
      </p:cxnSp>
      <p:cxnSp>
        <p:nvCxnSpPr>
          <p:cNvPr id="299" name="Google Shape;299;p2"/>
          <p:cNvCxnSpPr/>
          <p:nvPr/>
        </p:nvCxnSpPr>
        <p:spPr>
          <a:xfrm flipH="1">
            <a:off x="6108170" y="91545"/>
            <a:ext cx="6080655" cy="6080655"/>
          </a:xfrm>
          <a:prstGeom prst="straightConnector1">
            <a:avLst/>
          </a:prstGeom>
          <a:noFill/>
          <a:ln w="12700" cap="flat" cmpd="sng">
            <a:solidFill>
              <a:schemeClr val="lt1"/>
            </a:solidFill>
            <a:prstDash val="solid"/>
            <a:round/>
            <a:headEnd type="none" w="sm" len="sm"/>
            <a:tailEnd type="none" w="sm" len="sm"/>
          </a:ln>
        </p:spPr>
      </p:cxnSp>
      <p:cxnSp>
        <p:nvCxnSpPr>
          <p:cNvPr id="300" name="Google Shape;300;p2"/>
          <p:cNvCxnSpPr/>
          <p:nvPr/>
        </p:nvCxnSpPr>
        <p:spPr>
          <a:xfrm flipH="1">
            <a:off x="7235825" y="228600"/>
            <a:ext cx="4953000" cy="4953000"/>
          </a:xfrm>
          <a:prstGeom prst="straightConnector1">
            <a:avLst/>
          </a:prstGeom>
          <a:noFill/>
          <a:ln w="12700" cap="flat" cmpd="sng">
            <a:solidFill>
              <a:schemeClr val="lt1"/>
            </a:solidFill>
            <a:prstDash val="solid"/>
            <a:round/>
            <a:headEnd type="none" w="sm" len="sm"/>
            <a:tailEnd type="none" w="sm" len="sm"/>
          </a:ln>
        </p:spPr>
      </p:cxnSp>
      <p:cxnSp>
        <p:nvCxnSpPr>
          <p:cNvPr id="301" name="Google Shape;301;p2"/>
          <p:cNvCxnSpPr/>
          <p:nvPr/>
        </p:nvCxnSpPr>
        <p:spPr>
          <a:xfrm flipH="1">
            <a:off x="7335837" y="32278"/>
            <a:ext cx="4852989" cy="4852989"/>
          </a:xfrm>
          <a:prstGeom prst="straightConnector1">
            <a:avLst/>
          </a:prstGeom>
          <a:noFill/>
          <a:ln w="31750" cap="flat" cmpd="sng">
            <a:solidFill>
              <a:schemeClr val="lt1"/>
            </a:solidFill>
            <a:prstDash val="solid"/>
            <a:round/>
            <a:headEnd type="none" w="sm" len="sm"/>
            <a:tailEnd type="none" w="sm" len="sm"/>
          </a:ln>
        </p:spPr>
      </p:cxnSp>
      <p:cxnSp>
        <p:nvCxnSpPr>
          <p:cNvPr id="302" name="Google Shape;302;p2"/>
          <p:cNvCxnSpPr/>
          <p:nvPr/>
        </p:nvCxnSpPr>
        <p:spPr>
          <a:xfrm flipH="1">
            <a:off x="7845426" y="609601"/>
            <a:ext cx="4343399" cy="4343399"/>
          </a:xfrm>
          <a:prstGeom prst="straightConnector1">
            <a:avLst/>
          </a:prstGeom>
          <a:noFill/>
          <a:ln w="31750" cap="flat" cmpd="sng">
            <a:solidFill>
              <a:schemeClr val="lt1"/>
            </a:solidFill>
            <a:prstDash val="solid"/>
            <a:round/>
            <a:headEnd type="none" w="sm" len="sm"/>
            <a:tailEnd type="none" w="sm" len="sm"/>
          </a:ln>
        </p:spPr>
      </p:cxnSp>
      <p:sp>
        <p:nvSpPr>
          <p:cNvPr id="303" name="Google Shape;303;p2"/>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304" name="Google Shape;304;p2" descr="Ein Bild, das drinnen, Schreibtisch, Computer, Büro enthält.&#10;&#10;Beschreibung automatisch generiert."/>
          <p:cNvPicPr preferRelativeResize="0"/>
          <p:nvPr/>
        </p:nvPicPr>
        <p:blipFill rotWithShape="1">
          <a:blip r:embed="rId1">
            <a:alphaModFix amt="15000"/>
          </a:blip>
          <a:srcRect t="16766" b="1712"/>
          <a:stretch>
            <a:fillRect/>
          </a:stretch>
        </p:blipFill>
        <p:spPr>
          <a:xfrm>
            <a:off x="20" y="8477"/>
            <a:ext cx="12191980" cy="6857990"/>
          </a:xfrm>
          <a:prstGeom prst="rect">
            <a:avLst/>
          </a:prstGeom>
          <a:noFill/>
          <a:ln>
            <a:noFill/>
          </a:ln>
        </p:spPr>
      </p:pic>
      <p:sp>
        <p:nvSpPr>
          <p:cNvPr id="305" name="Google Shape;305;p2"/>
          <p:cNvSpPr txBox="1"/>
          <p:nvPr>
            <p:ph type="title"/>
          </p:nvPr>
        </p:nvSpPr>
        <p:spPr>
          <a:xfrm>
            <a:off x="2266827" y="-623278"/>
            <a:ext cx="8001000" cy="297180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3200"/>
              <a:buFont typeface="Century Gothic" panose="020B0502020202020204"/>
              <a:buNone/>
            </a:pPr>
            <a:r>
              <a:rPr lang="de-DE" sz="3200">
                <a:solidFill>
                  <a:schemeClr val="accent1"/>
                </a:solidFill>
              </a:rPr>
              <a:t>PRÄSENTATION ZUM PROJEKT E7-PRO</a:t>
            </a:r>
            <a:br>
              <a:rPr lang="de-DE" sz="3200"/>
            </a:br>
            <a:r>
              <a:rPr lang="de-DE" sz="3200">
                <a:solidFill>
                  <a:schemeClr val="accent1"/>
                </a:solidFill>
              </a:rPr>
              <a:t> “AUTOMATISIERUNG EINES STÜCKGUTPROZESSES“</a:t>
            </a:r>
            <a:r>
              <a:rPr lang="de-DE" sz="4800">
                <a:solidFill>
                  <a:schemeClr val="accent1"/>
                </a:solidFill>
              </a:rPr>
              <a:t> </a:t>
            </a:r>
            <a:endParaRPr lang="de-DE" sz="4800">
              <a:solidFill>
                <a:schemeClr val="accent1"/>
              </a:solidFill>
            </a:endParaRPr>
          </a:p>
        </p:txBody>
      </p:sp>
      <p:grpSp>
        <p:nvGrpSpPr>
          <p:cNvPr id="306" name="Google Shape;306;p2"/>
          <p:cNvGrpSpPr/>
          <p:nvPr/>
        </p:nvGrpSpPr>
        <p:grpSpPr>
          <a:xfrm>
            <a:off x="6108170" y="9144"/>
            <a:ext cx="6080656" cy="6163733"/>
            <a:chOff x="6108170" y="8467"/>
            <a:chExt cx="6080656" cy="6163733"/>
          </a:xfrm>
        </p:grpSpPr>
        <p:cxnSp>
          <p:nvCxnSpPr>
            <p:cNvPr id="307" name="Google Shape;307;p2"/>
            <p:cNvCxnSpPr/>
            <p:nvPr/>
          </p:nvCxnSpPr>
          <p:spPr>
            <a:xfrm flipH="1">
              <a:off x="8228012" y="8467"/>
              <a:ext cx="3810000" cy="3810000"/>
            </a:xfrm>
            <a:prstGeom prst="straightConnector1">
              <a:avLst/>
            </a:prstGeom>
            <a:noFill/>
            <a:ln w="12700" cap="flat" cmpd="sng">
              <a:solidFill>
                <a:schemeClr val="lt1"/>
              </a:solidFill>
              <a:prstDash val="solid"/>
              <a:round/>
              <a:headEnd type="none" w="sm" len="sm"/>
              <a:tailEnd type="none" w="sm" len="sm"/>
            </a:ln>
          </p:spPr>
        </p:cxnSp>
        <p:cxnSp>
          <p:nvCxnSpPr>
            <p:cNvPr id="308" name="Google Shape;308;p2"/>
            <p:cNvCxnSpPr/>
            <p:nvPr/>
          </p:nvCxnSpPr>
          <p:spPr>
            <a:xfrm flipH="1">
              <a:off x="6108170" y="91545"/>
              <a:ext cx="6080655" cy="6080655"/>
            </a:xfrm>
            <a:prstGeom prst="straightConnector1">
              <a:avLst/>
            </a:prstGeom>
            <a:noFill/>
            <a:ln w="12700" cap="flat" cmpd="sng">
              <a:solidFill>
                <a:schemeClr val="lt1"/>
              </a:solidFill>
              <a:prstDash val="solid"/>
              <a:round/>
              <a:headEnd type="none" w="sm" len="sm"/>
              <a:tailEnd type="none" w="sm" len="sm"/>
            </a:ln>
          </p:spPr>
        </p:cxnSp>
        <p:cxnSp>
          <p:nvCxnSpPr>
            <p:cNvPr id="309" name="Google Shape;309;p2"/>
            <p:cNvCxnSpPr/>
            <p:nvPr/>
          </p:nvCxnSpPr>
          <p:spPr>
            <a:xfrm flipH="1">
              <a:off x="7235825" y="228600"/>
              <a:ext cx="4953000" cy="4953000"/>
            </a:xfrm>
            <a:prstGeom prst="straightConnector1">
              <a:avLst/>
            </a:prstGeom>
            <a:noFill/>
            <a:ln w="12700" cap="flat" cmpd="sng">
              <a:solidFill>
                <a:schemeClr val="lt1"/>
              </a:solidFill>
              <a:prstDash val="solid"/>
              <a:round/>
              <a:headEnd type="none" w="sm" len="sm"/>
              <a:tailEnd type="none" w="sm" len="sm"/>
            </a:ln>
          </p:spPr>
        </p:cxnSp>
        <p:cxnSp>
          <p:nvCxnSpPr>
            <p:cNvPr id="310" name="Google Shape;310;p2"/>
            <p:cNvCxnSpPr/>
            <p:nvPr/>
          </p:nvCxnSpPr>
          <p:spPr>
            <a:xfrm flipH="1">
              <a:off x="7335837" y="32278"/>
              <a:ext cx="4852989" cy="4852989"/>
            </a:xfrm>
            <a:prstGeom prst="straightConnector1">
              <a:avLst/>
            </a:prstGeom>
            <a:noFill/>
            <a:ln w="31750" cap="flat" cmpd="sng">
              <a:solidFill>
                <a:schemeClr val="lt1"/>
              </a:solidFill>
              <a:prstDash val="solid"/>
              <a:round/>
              <a:headEnd type="none" w="sm" len="sm"/>
              <a:tailEnd type="none" w="sm" len="sm"/>
            </a:ln>
          </p:spPr>
        </p:cxnSp>
        <p:cxnSp>
          <p:nvCxnSpPr>
            <p:cNvPr id="311" name="Google Shape;311;p2"/>
            <p:cNvCxnSpPr/>
            <p:nvPr/>
          </p:nvCxnSpPr>
          <p:spPr>
            <a:xfrm flipH="1">
              <a:off x="7845426" y="609601"/>
              <a:ext cx="4343399" cy="4343399"/>
            </a:xfrm>
            <a:prstGeom prst="straightConnector1">
              <a:avLst/>
            </a:prstGeom>
            <a:noFill/>
            <a:ln w="31750" cap="flat" cmpd="sng">
              <a:solidFill>
                <a:schemeClr val="lt1"/>
              </a:solidFill>
              <a:prstDash val="solid"/>
              <a:round/>
              <a:headEnd type="none" w="sm" len="sm"/>
              <a:tailEnd type="none" w="sm" len="sm"/>
            </a:ln>
          </p:spPr>
        </p:cxnSp>
      </p:grpSp>
      <p:sp>
        <p:nvSpPr>
          <p:cNvPr id="312" name="Google Shape;312;p2"/>
          <p:cNvSpPr txBox="1"/>
          <p:nvPr>
            <p:ph type="sldNum" idx="12"/>
          </p:nvPr>
        </p:nvSpPr>
        <p:spPr>
          <a:xfrm>
            <a:off x="10988431" y="6213475"/>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16" name="Shape 316"/>
        <p:cNvGrpSpPr/>
        <p:nvPr/>
      </p:nvGrpSpPr>
      <p:grpSpPr>
        <a:xfrm>
          <a:off x="0" y="0"/>
          <a:ext cx="0" cy="0"/>
          <a:chOff x="0" y="0"/>
          <a:chExt cx="0" cy="0"/>
        </a:xfrm>
      </p:grpSpPr>
      <p:sp>
        <p:nvSpPr>
          <p:cNvPr id="317" name="Google Shape;317;p3"/>
          <p:cNvSpPr txBox="1"/>
          <p:nvPr>
            <p:ph type="body" idx="1"/>
          </p:nvPr>
        </p:nvSpPr>
        <p:spPr>
          <a:xfrm>
            <a:off x="1056745" y="1268942"/>
            <a:ext cx="8534400" cy="3615267"/>
          </a:xfrm>
          <a:prstGeom prst="rect">
            <a:avLst/>
          </a:prstGeom>
          <a:noFill/>
          <a:ln>
            <a:noFill/>
          </a:ln>
        </p:spPr>
        <p:txBody>
          <a:bodyPr spcFirstLastPara="1" wrap="square" lIns="91425" tIns="45700" rIns="91425" bIns="45700" anchor="ctr" anchorCtr="0">
            <a:normAutofit/>
          </a:bodyPr>
          <a:lstStyle/>
          <a:p>
            <a:pPr marL="285750" lvl="0" indent="-184150" algn="l" rtl="0">
              <a:spcBef>
                <a:spcPts val="0"/>
              </a:spcBef>
              <a:spcAft>
                <a:spcPts val="0"/>
              </a:spcAft>
              <a:buSzPts val="1600"/>
              <a:buFont typeface="Noto Sans Symbols"/>
              <a:buNone/>
            </a:pPr>
          </a:p>
          <a:p>
            <a:pPr marL="285750" lvl="0" indent="-285750" algn="l" rtl="0">
              <a:spcBef>
                <a:spcPts val="0"/>
              </a:spcBef>
              <a:spcAft>
                <a:spcPts val="0"/>
              </a:spcAft>
              <a:buClr>
                <a:srgbClr val="FFFFFF"/>
              </a:buClr>
              <a:buSzPts val="1600"/>
              <a:buFont typeface="Noto Sans Symbols"/>
              <a:buChar char="•"/>
            </a:pPr>
            <a:r>
              <a:rPr lang="de-DE"/>
              <a:t>Projektleitung</a:t>
            </a:r>
            <a:endParaRPr lang="de-DE"/>
          </a:p>
          <a:p>
            <a:pPr marL="285750" lvl="0" indent="-184150" algn="l" rtl="0">
              <a:spcBef>
                <a:spcPts val="0"/>
              </a:spcBef>
              <a:spcAft>
                <a:spcPts val="0"/>
              </a:spcAft>
              <a:buClr>
                <a:srgbClr val="FFFFFF"/>
              </a:buClr>
              <a:buSzPts val="1600"/>
              <a:buFont typeface="Noto Sans Symbols"/>
              <a:buNone/>
            </a:pPr>
          </a:p>
          <a:p>
            <a:pPr marL="285750" lvl="0" indent="-285750" algn="l" rtl="0">
              <a:spcBef>
                <a:spcPts val="0"/>
              </a:spcBef>
              <a:spcAft>
                <a:spcPts val="0"/>
              </a:spcAft>
              <a:buClr>
                <a:srgbClr val="FFFFFF"/>
              </a:buClr>
              <a:buSzPts val="1600"/>
              <a:buFont typeface="Noto Sans Symbols"/>
              <a:buChar char="•"/>
            </a:pPr>
            <a:r>
              <a:rPr lang="de-DE"/>
              <a:t>Gewerk SPS</a:t>
            </a:r>
            <a:endParaRPr lang="de-DE"/>
          </a:p>
          <a:p>
            <a:pPr marL="285750" lvl="0" indent="-184150" algn="l" rtl="0">
              <a:spcBef>
                <a:spcPts val="0"/>
              </a:spcBef>
              <a:spcAft>
                <a:spcPts val="0"/>
              </a:spcAft>
              <a:buClr>
                <a:srgbClr val="FFFFFF"/>
              </a:buClr>
              <a:buSzPts val="1600"/>
              <a:buFont typeface="Noto Sans Symbols"/>
              <a:buNone/>
            </a:pPr>
          </a:p>
          <a:p>
            <a:pPr marL="285750" lvl="0" indent="-285750" algn="l" rtl="0">
              <a:spcBef>
                <a:spcPts val="0"/>
              </a:spcBef>
              <a:spcAft>
                <a:spcPts val="0"/>
              </a:spcAft>
              <a:buClr>
                <a:srgbClr val="FFFFFF"/>
              </a:buClr>
              <a:buSzPts val="1600"/>
              <a:buFont typeface="Noto Sans Symbols"/>
              <a:buChar char="•"/>
            </a:pPr>
            <a:r>
              <a:rPr lang="de-DE"/>
              <a:t>Gewerk Digitale Zwillinge</a:t>
            </a:r>
            <a:endParaRPr lang="de-DE"/>
          </a:p>
          <a:p>
            <a:pPr marL="285750" lvl="0" indent="-184150" algn="l" rtl="0">
              <a:spcBef>
                <a:spcPts val="0"/>
              </a:spcBef>
              <a:spcAft>
                <a:spcPts val="0"/>
              </a:spcAft>
              <a:buClr>
                <a:srgbClr val="FFFFFF"/>
              </a:buClr>
              <a:buSzPts val="1600"/>
              <a:buFont typeface="Noto Sans Symbols"/>
              <a:buNone/>
            </a:pPr>
          </a:p>
          <a:p>
            <a:pPr marL="285750" lvl="0" indent="-285750" algn="l" rtl="0">
              <a:spcBef>
                <a:spcPts val="0"/>
              </a:spcBef>
              <a:spcAft>
                <a:spcPts val="0"/>
              </a:spcAft>
              <a:buClr>
                <a:srgbClr val="FFFFFF"/>
              </a:buClr>
              <a:buSzPts val="1600"/>
              <a:buFont typeface="Noto Sans Symbols"/>
              <a:buChar char="•"/>
            </a:pPr>
            <a:r>
              <a:rPr lang="de-DE"/>
              <a:t>Gewerk WinCC</a:t>
            </a:r>
            <a:endParaRPr lang="de-DE"/>
          </a:p>
          <a:p>
            <a:pPr marL="285750" lvl="0" indent="-184150" algn="l" rtl="0">
              <a:spcBef>
                <a:spcPts val="0"/>
              </a:spcBef>
              <a:spcAft>
                <a:spcPts val="0"/>
              </a:spcAft>
              <a:buClr>
                <a:srgbClr val="FFFFFF"/>
              </a:buClr>
              <a:buSzPts val="1600"/>
              <a:buFont typeface="Noto Sans Symbols"/>
              <a:buNone/>
            </a:pPr>
          </a:p>
          <a:p>
            <a:pPr marL="285750" lvl="0" indent="-285750" algn="l" rtl="0">
              <a:spcBef>
                <a:spcPts val="0"/>
              </a:spcBef>
              <a:spcAft>
                <a:spcPts val="0"/>
              </a:spcAft>
              <a:buClr>
                <a:srgbClr val="FFFFFF"/>
              </a:buClr>
              <a:buSzPts val="1600"/>
              <a:buFont typeface="Noto Sans Symbols"/>
              <a:buChar char="•"/>
            </a:pPr>
            <a:r>
              <a:rPr lang="de-DE"/>
              <a:t>Gewerk NodeRed</a:t>
            </a:r>
            <a:endParaRPr lang="de-DE"/>
          </a:p>
        </p:txBody>
      </p:sp>
      <p:sp>
        <p:nvSpPr>
          <p:cNvPr id="318" name="Google Shape;318;p3"/>
          <p:cNvSpPr txBox="1"/>
          <p:nvPr>
            <p:ph type="sldNum" idx="12"/>
          </p:nvPr>
        </p:nvSpPr>
        <p:spPr>
          <a:xfrm>
            <a:off x="11047046" y="6262321"/>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319" name="Google Shape;319;p3"/>
          <p:cNvSpPr txBox="1"/>
          <p:nvPr/>
        </p:nvSpPr>
        <p:spPr>
          <a:xfrm>
            <a:off x="795867" y="762000"/>
            <a:ext cx="701040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e-DE" sz="28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rPr>
              <a:t>Einteilung der Teilnehmer in Gewerke</a:t>
            </a:r>
            <a:endParaRPr lang="de-DE" sz="28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323" name="Shape 323"/>
        <p:cNvGrpSpPr/>
        <p:nvPr/>
      </p:nvGrpSpPr>
      <p:grpSpPr>
        <a:xfrm>
          <a:off x="0" y="0"/>
          <a:ext cx="0" cy="0"/>
          <a:chOff x="0" y="0"/>
          <a:chExt cx="0" cy="0"/>
        </a:xfrm>
      </p:grpSpPr>
      <p:sp>
        <p:nvSpPr>
          <p:cNvPr id="324" name="Google Shape;324;p4"/>
          <p:cNvSpPr txBox="1"/>
          <p:nvPr>
            <p:ph type="sldNum" idx="12"/>
          </p:nvPr>
        </p:nvSpPr>
        <p:spPr>
          <a:xfrm>
            <a:off x="10998200" y="6233013"/>
            <a:ext cx="1142245" cy="669925"/>
          </a:xfrm>
          <a:prstGeom prst="rect">
            <a:avLst/>
          </a:prstGeom>
          <a:noFill/>
          <a:ln>
            <a:noFill/>
          </a:ln>
        </p:spPr>
        <p:txBody>
          <a:bodyPr spcFirstLastPara="1" wrap="square" lIns="91425" tIns="45700" rIns="91425" bIns="45700" anchor="b" anchorCtr="0">
            <a:normAutofit/>
          </a:bodyPr>
          <a:lstStyle/>
          <a:p>
            <a:pPr marL="0" lvl="0" indent="0" algn="r" rtl="0">
              <a:spcBef>
                <a:spcPts val="0"/>
              </a:spcBef>
              <a:spcAft>
                <a:spcPts val="0"/>
              </a:spcAft>
              <a:buNone/>
            </a:pPr>
            <a:fld id="{00000000-1234-1234-1234-123412341234}" type="slidenum">
              <a:rPr lang="de-DE" b="0" i="0">
                <a:solidFill>
                  <a:srgbClr val="0A304A"/>
                </a:solidFill>
                <a:latin typeface="Century Gothic" panose="020B0502020202020204"/>
                <a:ea typeface="Century Gothic" panose="020B0502020202020204"/>
                <a:cs typeface="Century Gothic" panose="020B0502020202020204"/>
                <a:sym typeface="Century Gothic" panose="020B0502020202020204"/>
              </a:rPr>
            </a:fld>
            <a:endParaRPr b="0" i="0">
              <a:solidFill>
                <a:srgbClr val="0A304A"/>
              </a:solidFill>
              <a:latin typeface="Century Gothic" panose="020B0502020202020204"/>
              <a:ea typeface="Century Gothic" panose="020B0502020202020204"/>
              <a:cs typeface="Century Gothic" panose="020B0502020202020204"/>
              <a:sym typeface="Century Gothic" panose="020B0502020202020204"/>
            </a:endParaRPr>
          </a:p>
        </p:txBody>
      </p:sp>
      <p:grpSp>
        <p:nvGrpSpPr>
          <p:cNvPr id="325" name="Google Shape;325;p4"/>
          <p:cNvGrpSpPr/>
          <p:nvPr/>
        </p:nvGrpSpPr>
        <p:grpSpPr>
          <a:xfrm>
            <a:off x="916308" y="2762135"/>
            <a:ext cx="10473435" cy="907913"/>
            <a:chOff x="173481" y="1353412"/>
            <a:chExt cx="10473435" cy="907913"/>
          </a:xfrm>
        </p:grpSpPr>
        <p:sp>
          <p:nvSpPr>
            <p:cNvPr id="326" name="Google Shape;326;p4"/>
            <p:cNvSpPr/>
            <p:nvPr/>
          </p:nvSpPr>
          <p:spPr>
            <a:xfrm>
              <a:off x="173481" y="1353412"/>
              <a:ext cx="907913" cy="907913"/>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 name="Google Shape;327;p4"/>
            <p:cNvSpPr/>
            <p:nvPr/>
          </p:nvSpPr>
          <p:spPr>
            <a:xfrm>
              <a:off x="364143" y="1544073"/>
              <a:ext cx="526590" cy="526590"/>
            </a:xfrm>
            <a:prstGeom prst="rect">
              <a:avLst/>
            </a:prstGeom>
            <a:blipFill rotWithShape="1">
              <a:blip r:embed="rId1"/>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 name="Google Shape;328;p4"/>
            <p:cNvSpPr/>
            <p:nvPr/>
          </p:nvSpPr>
          <p:spPr>
            <a:xfrm>
              <a:off x="1275948" y="1353412"/>
              <a:ext cx="2140082" cy="90791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 name="Google Shape;329;p4"/>
            <p:cNvSpPr txBox="1"/>
            <p:nvPr/>
          </p:nvSpPr>
          <p:spPr>
            <a:xfrm>
              <a:off x="1275948" y="1353412"/>
              <a:ext cx="2140082" cy="90791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lt1"/>
                </a:buClr>
                <a:buSzPts val="2100"/>
                <a:buFont typeface="Century Gothic" panose="020B0502020202020204"/>
                <a:buNone/>
              </a:pPr>
              <a:r>
                <a:rPr lang="de-DE" sz="21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Abstimmung über MS Teams</a:t>
              </a:r>
              <a:endParaRPr sz="21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330" name="Google Shape;330;p4"/>
            <p:cNvSpPr/>
            <p:nvPr/>
          </p:nvSpPr>
          <p:spPr>
            <a:xfrm>
              <a:off x="3788924" y="1353412"/>
              <a:ext cx="907913" cy="907913"/>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 name="Google Shape;331;p4"/>
            <p:cNvSpPr/>
            <p:nvPr/>
          </p:nvSpPr>
          <p:spPr>
            <a:xfrm>
              <a:off x="3979586" y="1544073"/>
              <a:ext cx="526590" cy="526590"/>
            </a:xfrm>
            <a:prstGeom prst="rect">
              <a:avLst/>
            </a:prstGeom>
            <a:blipFill rotWithShape="1">
              <a:blip r:embed="rId2"/>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 name="Google Shape;332;p4"/>
            <p:cNvSpPr/>
            <p:nvPr/>
          </p:nvSpPr>
          <p:spPr>
            <a:xfrm>
              <a:off x="4891391" y="1353412"/>
              <a:ext cx="2140082" cy="90791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 name="Google Shape;333;p4"/>
            <p:cNvSpPr txBox="1"/>
            <p:nvPr/>
          </p:nvSpPr>
          <p:spPr>
            <a:xfrm>
              <a:off x="4891391" y="1353412"/>
              <a:ext cx="2140082" cy="90791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lt1"/>
                </a:buClr>
                <a:buSzPts val="2100"/>
                <a:buFont typeface="Century Gothic" panose="020B0502020202020204"/>
                <a:buNone/>
              </a:pPr>
              <a:r>
                <a:rPr lang="de-DE" sz="21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Wöchentliche Meetings</a:t>
              </a:r>
              <a:endParaRPr sz="21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334" name="Google Shape;334;p4"/>
            <p:cNvSpPr/>
            <p:nvPr/>
          </p:nvSpPr>
          <p:spPr>
            <a:xfrm>
              <a:off x="7404367" y="1353412"/>
              <a:ext cx="907913" cy="907913"/>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 name="Google Shape;335;p4"/>
            <p:cNvSpPr/>
            <p:nvPr/>
          </p:nvSpPr>
          <p:spPr>
            <a:xfrm>
              <a:off x="7595029" y="1544073"/>
              <a:ext cx="526590" cy="526590"/>
            </a:xfrm>
            <a:prstGeom prst="rect">
              <a:avLst/>
            </a:prstGeom>
            <a:blipFill rotWithShape="1">
              <a:blip r:embed="rId3"/>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 name="Google Shape;336;p4"/>
            <p:cNvSpPr/>
            <p:nvPr/>
          </p:nvSpPr>
          <p:spPr>
            <a:xfrm>
              <a:off x="8506834" y="1353412"/>
              <a:ext cx="2140082" cy="90791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 name="Google Shape;337;p4"/>
            <p:cNvSpPr txBox="1"/>
            <p:nvPr/>
          </p:nvSpPr>
          <p:spPr>
            <a:xfrm>
              <a:off x="8506834" y="1353412"/>
              <a:ext cx="2140082" cy="90791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lt1"/>
                </a:buClr>
                <a:buSzPts val="2100"/>
                <a:buFont typeface="Century Gothic" panose="020B0502020202020204"/>
                <a:buNone/>
              </a:pPr>
              <a:r>
                <a:rPr lang="de-DE" sz="21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Datenaustausch über MS Teams</a:t>
              </a:r>
              <a:endParaRPr sz="21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grpSp>
      <p:sp>
        <p:nvSpPr>
          <p:cNvPr id="338" name="Google Shape;338;p4"/>
          <p:cNvSpPr txBox="1"/>
          <p:nvPr/>
        </p:nvSpPr>
        <p:spPr>
          <a:xfrm>
            <a:off x="-181056" y="595923"/>
            <a:ext cx="7010400"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e-DE" sz="28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rPr>
              <a:t>Organisation innerhalb des Projektteams</a:t>
            </a:r>
            <a:endParaRPr lang="de-DE" sz="28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42" name="Shape 342"/>
        <p:cNvGrpSpPr/>
        <p:nvPr/>
      </p:nvGrpSpPr>
      <p:grpSpPr>
        <a:xfrm>
          <a:off x="0" y="0"/>
          <a:ext cx="0" cy="0"/>
          <a:chOff x="0" y="0"/>
          <a:chExt cx="0" cy="0"/>
        </a:xfrm>
      </p:grpSpPr>
      <p:sp>
        <p:nvSpPr>
          <p:cNvPr id="343" name="Google Shape;343;p5"/>
          <p:cNvSpPr txBox="1"/>
          <p:nvPr>
            <p:ph type="body" idx="1"/>
          </p:nvPr>
        </p:nvSpPr>
        <p:spPr>
          <a:xfrm>
            <a:off x="785812" y="1253067"/>
            <a:ext cx="8534400" cy="36152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1600"/>
              <a:buNone/>
            </a:pPr>
          </a:p>
          <a:p>
            <a:pPr marL="285750" lvl="0" indent="-285750" algn="l" rtl="0">
              <a:spcBef>
                <a:spcPts val="1000"/>
              </a:spcBef>
              <a:spcAft>
                <a:spcPts val="0"/>
              </a:spcAft>
              <a:buClr>
                <a:srgbClr val="FFFFFF"/>
              </a:buClr>
              <a:buSzPts val="1600"/>
              <a:buChar char="▶"/>
            </a:pPr>
            <a:r>
              <a:rPr lang="de-DE"/>
              <a:t>Wahl des Tools zur Darstellung des Projektplans</a:t>
            </a:r>
            <a:endParaRPr lang="de-DE"/>
          </a:p>
          <a:p>
            <a:pPr marL="285750" lvl="0" indent="-285750" algn="l" rtl="0">
              <a:spcBef>
                <a:spcPts val="1000"/>
              </a:spcBef>
              <a:spcAft>
                <a:spcPts val="0"/>
              </a:spcAft>
              <a:buClr>
                <a:srgbClr val="FFFFFF"/>
              </a:buClr>
              <a:buSzPts val="1600"/>
              <a:buChar char="▶"/>
            </a:pPr>
            <a:r>
              <a:rPr lang="de-DE"/>
              <a:t>Übersicht der Arbeitspakete</a:t>
            </a:r>
            <a:endParaRPr lang="de-DE"/>
          </a:p>
          <a:p>
            <a:pPr marL="285750" lvl="0" indent="-285750" algn="l" rtl="0">
              <a:spcBef>
                <a:spcPts val="1000"/>
              </a:spcBef>
              <a:spcAft>
                <a:spcPts val="0"/>
              </a:spcAft>
              <a:buClr>
                <a:srgbClr val="FFFFFF"/>
              </a:buClr>
              <a:buSzPts val="1600"/>
              <a:buChar char="▶"/>
            </a:pPr>
            <a:r>
              <a:rPr lang="de-DE"/>
              <a:t>Erstellen des Projektplans</a:t>
            </a:r>
            <a:endParaRPr lang="de-DE"/>
          </a:p>
          <a:p>
            <a:pPr marL="285750" lvl="0" indent="-285750" algn="l" rtl="0">
              <a:spcBef>
                <a:spcPts val="1000"/>
              </a:spcBef>
              <a:spcAft>
                <a:spcPts val="0"/>
              </a:spcAft>
              <a:buClr>
                <a:srgbClr val="FFFFFF"/>
              </a:buClr>
              <a:buSzPts val="1600"/>
              <a:buChar char="▶"/>
            </a:pPr>
            <a:r>
              <a:rPr lang="de-DE"/>
              <a:t>Überführung ins Gantt-Diagramm</a:t>
            </a:r>
            <a:endParaRPr lang="de-DE"/>
          </a:p>
          <a:p>
            <a:pPr marL="285750" lvl="0" indent="-285750" algn="l" rtl="0">
              <a:spcBef>
                <a:spcPts val="1000"/>
              </a:spcBef>
              <a:spcAft>
                <a:spcPts val="0"/>
              </a:spcAft>
              <a:buClr>
                <a:srgbClr val="FFFFFF"/>
              </a:buClr>
              <a:buSzPts val="1600"/>
              <a:buChar char="▶"/>
            </a:pPr>
            <a:r>
              <a:rPr lang="de-DE"/>
              <a:t>Einführung MTA (</a:t>
            </a:r>
            <a:r>
              <a:rPr lang="de-DE" b="1"/>
              <a:t>M</a:t>
            </a:r>
            <a:r>
              <a:rPr lang="de-DE"/>
              <a:t>eilenstein</a:t>
            </a:r>
            <a:r>
              <a:rPr lang="de-DE" b="1"/>
              <a:t>t</a:t>
            </a:r>
            <a:r>
              <a:rPr lang="de-DE"/>
              <a:t>rend</a:t>
            </a:r>
            <a:r>
              <a:rPr lang="de-DE" b="1"/>
              <a:t>a</a:t>
            </a:r>
            <a:r>
              <a:rPr lang="de-DE"/>
              <a:t>nalyse)</a:t>
            </a:r>
            <a:endParaRPr lang="de-DE"/>
          </a:p>
          <a:p>
            <a:pPr marL="285750" lvl="0" indent="-184150" algn="l" rtl="0">
              <a:spcBef>
                <a:spcPts val="1000"/>
              </a:spcBef>
              <a:spcAft>
                <a:spcPts val="0"/>
              </a:spcAft>
              <a:buClr>
                <a:srgbClr val="FFFFFF"/>
              </a:buClr>
              <a:buSzPts val="1600"/>
              <a:buNone/>
            </a:pPr>
          </a:p>
        </p:txBody>
      </p:sp>
      <p:sp>
        <p:nvSpPr>
          <p:cNvPr id="344" name="Google Shape;344;p5"/>
          <p:cNvSpPr txBox="1"/>
          <p:nvPr>
            <p:ph type="sldNum" idx="12"/>
          </p:nvPr>
        </p:nvSpPr>
        <p:spPr>
          <a:xfrm>
            <a:off x="11007969" y="6223244"/>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345" name="Google Shape;345;p5"/>
          <p:cNvSpPr txBox="1"/>
          <p:nvPr/>
        </p:nvSpPr>
        <p:spPr>
          <a:xfrm>
            <a:off x="838200" y="965200"/>
            <a:ext cx="554566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32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rPr>
              <a:t>Gliederung Projektleitung</a:t>
            </a:r>
            <a:endParaRPr lang="de-DE" sz="32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49" name="Shape 349"/>
        <p:cNvGrpSpPr/>
        <p:nvPr/>
      </p:nvGrpSpPr>
      <p:grpSpPr>
        <a:xfrm>
          <a:off x="0" y="0"/>
          <a:ext cx="0" cy="0"/>
          <a:chOff x="0" y="0"/>
          <a:chExt cx="0" cy="0"/>
        </a:xfrm>
      </p:grpSpPr>
      <p:sp>
        <p:nvSpPr>
          <p:cNvPr id="350" name="Google Shape;350;p6"/>
          <p:cNvSpPr txBox="1"/>
          <p:nvPr>
            <p:ph type="sldNum" idx="12"/>
          </p:nvPr>
        </p:nvSpPr>
        <p:spPr>
          <a:xfrm>
            <a:off x="10998200"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351" name="Google Shape;351;p6"/>
          <p:cNvSpPr txBox="1"/>
          <p:nvPr/>
        </p:nvSpPr>
        <p:spPr>
          <a:xfrm>
            <a:off x="685801" y="423334"/>
            <a:ext cx="82465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400">
                <a:solidFill>
                  <a:schemeClr val="accent1"/>
                </a:solidFill>
                <a:latin typeface="Century Gothic" panose="020B0502020202020204"/>
                <a:ea typeface="Century Gothic" panose="020B0502020202020204"/>
                <a:cs typeface="Century Gothic" panose="020B0502020202020204"/>
                <a:sym typeface="Century Gothic" panose="020B0502020202020204"/>
              </a:rPr>
              <a:t>Wahl des Tools zur Darstellung des Projektplans</a:t>
            </a:r>
            <a:endParaRPr sz="1800">
              <a:solidFill>
                <a:schemeClr val="accent1"/>
              </a:solidFill>
              <a:latin typeface="Century Gothic" panose="020B0502020202020204"/>
              <a:ea typeface="Century Gothic" panose="020B0502020202020204"/>
              <a:cs typeface="Century Gothic" panose="020B0502020202020204"/>
              <a:sym typeface="Century Gothic" panose="020B0502020202020204"/>
            </a:endParaRPr>
          </a:p>
        </p:txBody>
      </p:sp>
      <p:graphicFrame>
        <p:nvGraphicFramePr>
          <p:cNvPr id="352" name="Google Shape;352;p6"/>
          <p:cNvGraphicFramePr/>
          <p:nvPr/>
        </p:nvGraphicFramePr>
        <p:xfrm>
          <a:off x="775546" y="1111843"/>
          <a:ext cx="8626725" cy="4172375"/>
        </p:xfrm>
        <a:graphic>
          <a:graphicData uri="http://schemas.openxmlformats.org/drawingml/2006/table">
            <a:tbl>
              <a:tblPr firstRow="1" bandRow="1">
                <a:noFill/>
                <a:tableStyleId>{34C88219-2242-4F18-A81B-863A7EF8E879}</a:tableStyleId>
              </a:tblPr>
              <a:tblGrid>
                <a:gridCol w="2875575"/>
                <a:gridCol w="2875575"/>
                <a:gridCol w="2875575"/>
              </a:tblGrid>
              <a:tr h="440275">
                <a:tc>
                  <a:txBody>
                    <a:bodyPr/>
                    <a:lstStyle/>
                    <a:p>
                      <a:pPr marL="0" marR="0" lvl="0" indent="0" algn="l" rtl="0">
                        <a:spcBef>
                          <a:spcPts val="0"/>
                        </a:spcBef>
                        <a:spcAft>
                          <a:spcPts val="0"/>
                        </a:spcAft>
                        <a:buNone/>
                      </a:pPr>
                      <a:r>
                        <a:rPr lang="de-DE" sz="1800" u="none" strike="noStrike" cap="none"/>
                        <a:t>PM-Software</a:t>
                      </a:r>
                      <a:endParaRPr lang="de-DE" sz="1800" u="none" strike="noStrike" cap="none"/>
                    </a:p>
                  </a:txBody>
                  <a:tcPr marL="91450" marR="91450" marT="45725" marB="45725"/>
                </a:tc>
                <a:tc>
                  <a:txBody>
                    <a:bodyPr/>
                    <a:lstStyle/>
                    <a:p>
                      <a:pPr marL="0" marR="0" lvl="0" indent="0" algn="l" rtl="0">
                        <a:spcBef>
                          <a:spcPts val="0"/>
                        </a:spcBef>
                        <a:spcAft>
                          <a:spcPts val="0"/>
                        </a:spcAft>
                        <a:buNone/>
                      </a:pPr>
                      <a:r>
                        <a:rPr lang="de-DE" sz="1800"/>
                        <a:t>Pro</a:t>
                      </a:r>
                      <a:endParaRPr lang="de-DE" sz="1800"/>
                    </a:p>
                  </a:txBody>
                  <a:tcPr marL="91450" marR="91450" marT="45725" marB="45725"/>
                </a:tc>
                <a:tc>
                  <a:txBody>
                    <a:bodyPr/>
                    <a:lstStyle/>
                    <a:p>
                      <a:pPr marL="0" marR="0" lvl="0" indent="0" algn="l" rtl="0">
                        <a:spcBef>
                          <a:spcPts val="0"/>
                        </a:spcBef>
                        <a:spcAft>
                          <a:spcPts val="0"/>
                        </a:spcAft>
                        <a:buNone/>
                      </a:pPr>
                      <a:r>
                        <a:rPr lang="de-DE" sz="1800"/>
                        <a:t>Kontra</a:t>
                      </a:r>
                      <a:endParaRPr lang="de-DE" sz="1800"/>
                    </a:p>
                  </a:txBody>
                  <a:tcPr marL="91450" marR="91450" marT="45725" marB="45725"/>
                </a:tc>
              </a:tr>
              <a:tr h="933025">
                <a:tc>
                  <a:txBody>
                    <a:bodyPr/>
                    <a:lstStyle/>
                    <a:p>
                      <a:pPr marL="0" marR="0" lvl="0" indent="0" algn="l" rtl="0">
                        <a:spcBef>
                          <a:spcPts val="0"/>
                        </a:spcBef>
                        <a:spcAft>
                          <a:spcPts val="0"/>
                        </a:spcAft>
                        <a:buNone/>
                      </a:pPr>
                      <a:r>
                        <a:rPr lang="de-DE" sz="1800"/>
                        <a:t>Monday</a:t>
                      </a:r>
                      <a:endParaRPr lang="de-DE" sz="1800"/>
                    </a:p>
                  </a:txBody>
                  <a:tcPr marL="91450" marR="91450" marT="45725" marB="45725"/>
                </a:tc>
                <a:tc>
                  <a:txBody>
                    <a:bodyPr/>
                    <a:lstStyle/>
                    <a:p>
                      <a:pPr marL="0" marR="0" lvl="0" indent="0" algn="l" rtl="0">
                        <a:spcBef>
                          <a:spcPts val="0"/>
                        </a:spcBef>
                        <a:spcAft>
                          <a:spcPts val="0"/>
                        </a:spcAft>
                        <a:buNone/>
                      </a:pPr>
                      <a:r>
                        <a:rPr lang="de-DE" sz="1800"/>
                        <a:t>- Gute grafische Darstellung  - Umfangreiche Möglichkeiten</a:t>
                      </a:r>
                      <a:endParaRPr sz="1800"/>
                    </a:p>
                  </a:txBody>
                  <a:tcPr marL="91450" marR="91450" marT="45725" marB="45725"/>
                </a:tc>
                <a:tc>
                  <a:txBody>
                    <a:bodyPr/>
                    <a:lstStyle/>
                    <a:p>
                      <a:pPr marL="0" marR="0" lvl="0" indent="0" algn="l" rtl="0">
                        <a:spcBef>
                          <a:spcPts val="0"/>
                        </a:spcBef>
                        <a:spcAft>
                          <a:spcPts val="0"/>
                        </a:spcAft>
                        <a:buNone/>
                      </a:pPr>
                      <a:r>
                        <a:rPr lang="de-DE" sz="1800"/>
                        <a:t>- Zugang der Software nur mit Anmeldung möglich</a:t>
                      </a:r>
                      <a:endParaRPr lang="de-DE" sz="1800"/>
                    </a:p>
                    <a:p>
                      <a:pPr marL="0" marR="0" lvl="0" indent="0" algn="l" rtl="0">
                        <a:spcBef>
                          <a:spcPts val="0"/>
                        </a:spcBef>
                        <a:spcAft>
                          <a:spcPts val="0"/>
                        </a:spcAft>
                        <a:buClr>
                          <a:schemeClr val="lt1"/>
                        </a:buClr>
                        <a:buSzPts val="1800"/>
                        <a:buFont typeface="Century Gothic" panose="020B0502020202020204"/>
                        <a:buNone/>
                      </a:pPr>
                      <a:r>
                        <a:rPr lang="de-DE" sz="1800"/>
                        <a:t>- Kostenlos nur eingeschränkt nutzbar</a:t>
                      </a:r>
                      <a:endParaRPr lang="de-DE" sz="1800"/>
                    </a:p>
                  </a:txBody>
                  <a:tcPr marL="91450" marR="91450" marT="45725" marB="45725"/>
                </a:tc>
              </a:tr>
              <a:tr h="933025">
                <a:tc>
                  <a:txBody>
                    <a:bodyPr/>
                    <a:lstStyle/>
                    <a:p>
                      <a:pPr marL="0" marR="0" lvl="0" indent="0" algn="l" rtl="0">
                        <a:spcBef>
                          <a:spcPts val="0"/>
                        </a:spcBef>
                        <a:spcAft>
                          <a:spcPts val="0"/>
                        </a:spcAft>
                        <a:buNone/>
                      </a:pPr>
                      <a:r>
                        <a:rPr lang="de-DE" sz="1800"/>
                        <a:t>MS Project</a:t>
                      </a:r>
                      <a:endParaRPr lang="de-DE" sz="1800"/>
                    </a:p>
                  </a:txBody>
                  <a:tcPr marL="91450" marR="91450" marT="45725" marB="45725"/>
                </a:tc>
                <a:tc>
                  <a:txBody>
                    <a:bodyPr/>
                    <a:lstStyle/>
                    <a:p>
                      <a:pPr marL="0" marR="0" lvl="0" indent="0" algn="l" rtl="0">
                        <a:spcBef>
                          <a:spcPts val="0"/>
                        </a:spcBef>
                        <a:spcAft>
                          <a:spcPts val="0"/>
                        </a:spcAft>
                        <a:buNone/>
                      </a:pPr>
                      <a:r>
                        <a:rPr lang="de-DE" sz="1800"/>
                        <a:t>- Sehr umfangreich</a:t>
                      </a:r>
                      <a:endParaRPr lang="de-DE" sz="1800"/>
                    </a:p>
                    <a:p>
                      <a:pPr marL="0" marR="0" lvl="0" indent="0" algn="l" rtl="0">
                        <a:spcBef>
                          <a:spcPts val="0"/>
                        </a:spcBef>
                        <a:spcAft>
                          <a:spcPts val="0"/>
                        </a:spcAft>
                        <a:buClr>
                          <a:schemeClr val="lt1"/>
                        </a:buClr>
                        <a:buSzPts val="1800"/>
                        <a:buFont typeface="Century Gothic" panose="020B0502020202020204"/>
                        <a:buNone/>
                      </a:pPr>
                      <a:r>
                        <a:rPr lang="de-DE" sz="1800"/>
                        <a:t>- Intuitive Benutzeroberfläche</a:t>
                      </a:r>
                      <a:endParaRPr lang="de-DE" sz="1800"/>
                    </a:p>
                    <a:p>
                      <a:pPr marL="0" marR="0" lvl="0" indent="0" algn="l" rtl="0">
                        <a:spcBef>
                          <a:spcPts val="0"/>
                        </a:spcBef>
                        <a:spcAft>
                          <a:spcPts val="0"/>
                        </a:spcAft>
                        <a:buClr>
                          <a:schemeClr val="lt1"/>
                        </a:buClr>
                        <a:buSzPts val="1800"/>
                        <a:buFont typeface="Century Gothic" panose="020B0502020202020204"/>
                        <a:buNone/>
                      </a:pPr>
                      <a:r>
                        <a:rPr lang="de-DE" sz="1800"/>
                        <a:t>- Umfangreiche Onlinehilfe</a:t>
                      </a:r>
                      <a:endParaRPr lang="de-DE" sz="1800"/>
                    </a:p>
                  </a:txBody>
                  <a:tcPr marL="91450" marR="91450" marT="45725" marB="45725"/>
                </a:tc>
                <a:tc>
                  <a:txBody>
                    <a:bodyPr/>
                    <a:lstStyle/>
                    <a:p>
                      <a:pPr marL="0" marR="0" lvl="0" indent="0" algn="l" rtl="0">
                        <a:spcBef>
                          <a:spcPts val="0"/>
                        </a:spcBef>
                        <a:spcAft>
                          <a:spcPts val="0"/>
                        </a:spcAft>
                        <a:buNone/>
                      </a:pPr>
                      <a:r>
                        <a:rPr lang="de-DE" sz="1800"/>
                        <a:t>- Kostenpflichtig</a:t>
                      </a:r>
                      <a:endParaRPr lang="de-DE" sz="1800"/>
                    </a:p>
                    <a:p>
                      <a:pPr marL="0" marR="0" lvl="0" indent="0" algn="l" rtl="0">
                        <a:spcBef>
                          <a:spcPts val="0"/>
                        </a:spcBef>
                        <a:spcAft>
                          <a:spcPts val="0"/>
                        </a:spcAft>
                        <a:buClr>
                          <a:schemeClr val="lt1"/>
                        </a:buClr>
                        <a:buSzPts val="1800"/>
                        <a:buFont typeface="Century Gothic" panose="020B0502020202020204"/>
                        <a:buNone/>
                      </a:pPr>
                      <a:endParaRPr sz="1800"/>
                    </a:p>
                  </a:txBody>
                  <a:tcPr marL="91450" marR="91450" marT="45725" marB="45725"/>
                </a:tc>
              </a:tr>
              <a:tr h="933025">
                <a:tc>
                  <a:txBody>
                    <a:bodyPr/>
                    <a:lstStyle/>
                    <a:p>
                      <a:pPr marL="0" marR="0" lvl="0" indent="0" algn="l" rtl="0">
                        <a:spcBef>
                          <a:spcPts val="0"/>
                        </a:spcBef>
                        <a:spcAft>
                          <a:spcPts val="0"/>
                        </a:spcAft>
                        <a:buNone/>
                      </a:pPr>
                      <a:r>
                        <a:rPr lang="de-DE" sz="1800"/>
                        <a:t>Agantty</a:t>
                      </a:r>
                      <a:endParaRPr sz="1800"/>
                    </a:p>
                  </a:txBody>
                  <a:tcPr marL="91450" marR="91450" marT="45725" marB="45725"/>
                </a:tc>
                <a:tc>
                  <a:txBody>
                    <a:bodyPr/>
                    <a:lstStyle/>
                    <a:p>
                      <a:pPr marL="0" marR="0" lvl="0" indent="0" algn="l" rtl="0">
                        <a:spcBef>
                          <a:spcPts val="0"/>
                        </a:spcBef>
                        <a:spcAft>
                          <a:spcPts val="0"/>
                        </a:spcAft>
                        <a:buNone/>
                      </a:pPr>
                      <a:r>
                        <a:rPr lang="de-DE" sz="1800"/>
                        <a:t>- Kostenfrei</a:t>
                      </a:r>
                      <a:endParaRPr lang="de-DE" sz="1800"/>
                    </a:p>
                    <a:p>
                      <a:pPr marL="0" marR="0" lvl="0" indent="0" algn="l" rtl="0">
                        <a:spcBef>
                          <a:spcPts val="0"/>
                        </a:spcBef>
                        <a:spcAft>
                          <a:spcPts val="0"/>
                        </a:spcAft>
                        <a:buClr>
                          <a:schemeClr val="lt1"/>
                        </a:buClr>
                        <a:buSzPts val="1800"/>
                        <a:buFont typeface="Century Gothic" panose="020B0502020202020204"/>
                        <a:buNone/>
                      </a:pPr>
                      <a:r>
                        <a:rPr lang="de-DE" sz="1800"/>
                        <a:t>- Gutes Ganttdiagramm</a:t>
                      </a:r>
                      <a:endParaRPr lang="de-DE" sz="1800"/>
                    </a:p>
                    <a:p>
                      <a:pPr marL="0" marR="0" lvl="0" indent="0" algn="l" rtl="0">
                        <a:spcBef>
                          <a:spcPts val="0"/>
                        </a:spcBef>
                        <a:spcAft>
                          <a:spcPts val="0"/>
                        </a:spcAft>
                        <a:buClr>
                          <a:schemeClr val="lt1"/>
                        </a:buClr>
                        <a:buSzPts val="1800"/>
                        <a:buFont typeface="Century Gothic" panose="020B0502020202020204"/>
                        <a:buNone/>
                      </a:pPr>
                      <a:endParaRPr sz="1800"/>
                    </a:p>
                  </a:txBody>
                  <a:tcPr marL="91450" marR="91450" marT="45725" marB="45725"/>
                </a:tc>
                <a:tc>
                  <a:txBody>
                    <a:bodyPr/>
                    <a:lstStyle/>
                    <a:p>
                      <a:pPr marL="0" marR="0" lvl="0" indent="0" algn="l" rtl="0">
                        <a:spcBef>
                          <a:spcPts val="0"/>
                        </a:spcBef>
                        <a:spcAft>
                          <a:spcPts val="0"/>
                        </a:spcAft>
                        <a:buNone/>
                      </a:pPr>
                      <a:r>
                        <a:rPr lang="de-DE" sz="1800"/>
                        <a:t>- Gantt-Fokusiert</a:t>
                      </a:r>
                      <a:endParaRPr lang="de-DE" sz="1800"/>
                    </a:p>
                    <a:p>
                      <a:pPr marL="0" marR="0" lvl="0" indent="0" algn="l" rtl="0">
                        <a:spcBef>
                          <a:spcPts val="0"/>
                        </a:spcBef>
                        <a:spcAft>
                          <a:spcPts val="0"/>
                        </a:spcAft>
                        <a:buClr>
                          <a:schemeClr val="lt1"/>
                        </a:buClr>
                        <a:buSzPts val="1800"/>
                        <a:buFont typeface="Century Gothic" panose="020B0502020202020204"/>
                        <a:buNone/>
                      </a:pPr>
                      <a:r>
                        <a:rPr lang="de-DE" sz="1800"/>
                        <a:t>- Nur mit Anmeldung</a:t>
                      </a:r>
                      <a:endParaRPr lang="de-DE" sz="1800"/>
                    </a:p>
                  </a:txBody>
                  <a:tcPr marL="91450" marR="91450" marT="45725" marB="45725"/>
                </a:tc>
              </a:tr>
              <a:tr h="933025">
                <a:tc>
                  <a:txBody>
                    <a:bodyPr/>
                    <a:lstStyle/>
                    <a:p>
                      <a:pPr marL="0" marR="0" lvl="0" indent="0" algn="l" rtl="0">
                        <a:spcBef>
                          <a:spcPts val="0"/>
                        </a:spcBef>
                        <a:spcAft>
                          <a:spcPts val="0"/>
                        </a:spcAft>
                        <a:buNone/>
                      </a:pPr>
                      <a:r>
                        <a:rPr lang="de-DE" sz="1800">
                          <a:highlight>
                            <a:srgbClr val="008000"/>
                          </a:highlight>
                        </a:rPr>
                        <a:t>Excel</a:t>
                      </a:r>
                      <a:endParaRPr lang="de-DE" sz="1800">
                        <a:highlight>
                          <a:srgbClr val="008000"/>
                        </a:highlight>
                      </a:endParaRPr>
                    </a:p>
                  </a:txBody>
                  <a:tcPr marL="91450" marR="91450" marT="45725" marB="45725"/>
                </a:tc>
                <a:tc>
                  <a:txBody>
                    <a:bodyPr/>
                    <a:lstStyle/>
                    <a:p>
                      <a:pPr marL="0" marR="0" lvl="0" indent="0" algn="l" rtl="0">
                        <a:spcBef>
                          <a:spcPts val="0"/>
                        </a:spcBef>
                        <a:spcAft>
                          <a:spcPts val="0"/>
                        </a:spcAft>
                        <a:buNone/>
                      </a:pPr>
                      <a:r>
                        <a:rPr lang="de-DE" sz="1800"/>
                        <a:t>- Kostenfrei (HAW)</a:t>
                      </a:r>
                      <a:endParaRPr lang="de-DE" sz="1800"/>
                    </a:p>
                    <a:p>
                      <a:pPr marL="0" marR="0" lvl="0" indent="0" algn="l" rtl="0">
                        <a:spcBef>
                          <a:spcPts val="0"/>
                        </a:spcBef>
                        <a:spcAft>
                          <a:spcPts val="0"/>
                        </a:spcAft>
                        <a:buClr>
                          <a:schemeClr val="lt1"/>
                        </a:buClr>
                        <a:buSzPts val="1800"/>
                        <a:buFont typeface="Century Gothic" panose="020B0502020202020204"/>
                        <a:buNone/>
                      </a:pPr>
                      <a:r>
                        <a:rPr lang="de-DE" sz="1800"/>
                        <a:t>- Einfache Schnittstelle über MS-Teams</a:t>
                      </a:r>
                      <a:endParaRPr lang="de-DE" sz="1800"/>
                    </a:p>
                    <a:p>
                      <a:pPr marL="0" marR="0" lvl="0" indent="0" algn="l" rtl="0">
                        <a:spcBef>
                          <a:spcPts val="0"/>
                        </a:spcBef>
                        <a:spcAft>
                          <a:spcPts val="0"/>
                        </a:spcAft>
                        <a:buClr>
                          <a:schemeClr val="lt1"/>
                        </a:buClr>
                        <a:buSzPts val="1800"/>
                        <a:buFont typeface="Century Gothic" panose="020B0502020202020204"/>
                        <a:buNone/>
                      </a:pPr>
                      <a:r>
                        <a:rPr lang="de-DE" sz="1800"/>
                        <a:t>- Vielzahl Möglichkeiten</a:t>
                      </a:r>
                      <a:endParaRPr lang="de-DE" sz="1800"/>
                    </a:p>
                  </a:txBody>
                  <a:tcPr marL="91450" marR="91450" marT="45725" marB="45725"/>
                </a:tc>
                <a:tc>
                  <a:txBody>
                    <a:bodyPr/>
                    <a:lstStyle/>
                    <a:p>
                      <a:pPr marL="0" marR="0" lvl="0" indent="0" algn="l" rtl="0">
                        <a:spcBef>
                          <a:spcPts val="0"/>
                        </a:spcBef>
                        <a:spcAft>
                          <a:spcPts val="0"/>
                        </a:spcAft>
                        <a:buNone/>
                      </a:pPr>
                      <a:r>
                        <a:rPr lang="de-DE" sz="1800"/>
                        <a:t>- Dynamik Gantt</a:t>
                      </a:r>
                      <a:endParaRPr lang="de-DE" sz="1800"/>
                    </a:p>
                  </a:txBody>
                  <a:tcPr marL="91450" marR="91450" marT="45725" marB="457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56" name="Shape 356"/>
        <p:cNvGrpSpPr/>
        <p:nvPr/>
      </p:nvGrpSpPr>
      <p:grpSpPr>
        <a:xfrm>
          <a:off x="0" y="0"/>
          <a:ext cx="0" cy="0"/>
          <a:chOff x="0" y="0"/>
          <a:chExt cx="0" cy="0"/>
        </a:xfrm>
      </p:grpSpPr>
      <p:sp>
        <p:nvSpPr>
          <p:cNvPr id="357" name="Google Shape;357;p7"/>
          <p:cNvSpPr txBox="1"/>
          <p:nvPr>
            <p:ph type="sldNum" idx="12"/>
          </p:nvPr>
        </p:nvSpPr>
        <p:spPr>
          <a:xfrm>
            <a:off x="10978662" y="623301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358" name="Google Shape;358;p7"/>
          <p:cNvSpPr txBox="1"/>
          <p:nvPr/>
        </p:nvSpPr>
        <p:spPr>
          <a:xfrm>
            <a:off x="0" y="287867"/>
            <a:ext cx="57150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e-DE" sz="2400">
                <a:solidFill>
                  <a:schemeClr val="accent1"/>
                </a:solidFill>
                <a:latin typeface="Century Gothic" panose="020B0502020202020204"/>
                <a:ea typeface="Century Gothic" panose="020B0502020202020204"/>
                <a:cs typeface="Century Gothic" panose="020B0502020202020204"/>
                <a:sym typeface="Century Gothic" panose="020B0502020202020204"/>
              </a:rPr>
              <a:t>Übersicht der Arbeitspakete</a:t>
            </a:r>
            <a:endParaRPr sz="1800">
              <a:solidFill>
                <a:schemeClr val="accent1"/>
              </a:solidFill>
              <a:latin typeface="Century Gothic" panose="020B0502020202020204"/>
              <a:ea typeface="Century Gothic" panose="020B0502020202020204"/>
              <a:cs typeface="Century Gothic" panose="020B0502020202020204"/>
              <a:sym typeface="Century Gothic" panose="020B0502020202020204"/>
            </a:endParaRPr>
          </a:p>
        </p:txBody>
      </p:sp>
      <p:grpSp>
        <p:nvGrpSpPr>
          <p:cNvPr id="359" name="Google Shape;359;p7"/>
          <p:cNvGrpSpPr/>
          <p:nvPr/>
        </p:nvGrpSpPr>
        <p:grpSpPr>
          <a:xfrm>
            <a:off x="917722" y="960291"/>
            <a:ext cx="7909690" cy="5157550"/>
            <a:chOff x="3321" y="1011090"/>
            <a:chExt cx="7909690" cy="5157550"/>
          </a:xfrm>
        </p:grpSpPr>
        <p:sp>
          <p:nvSpPr>
            <p:cNvPr id="360" name="Google Shape;360;p7"/>
            <p:cNvSpPr/>
            <p:nvPr/>
          </p:nvSpPr>
          <p:spPr>
            <a:xfrm>
              <a:off x="6666964" y="2322148"/>
              <a:ext cx="162527" cy="2037015"/>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61" name="Google Shape;361;p7"/>
            <p:cNvSpPr/>
            <p:nvPr/>
          </p:nvSpPr>
          <p:spPr>
            <a:xfrm>
              <a:off x="6666964" y="2322148"/>
              <a:ext cx="162527" cy="1267717"/>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62" name="Google Shape;362;p7"/>
            <p:cNvSpPr/>
            <p:nvPr/>
          </p:nvSpPr>
          <p:spPr>
            <a:xfrm>
              <a:off x="6666964" y="2322148"/>
              <a:ext cx="162527" cy="498418"/>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63" name="Google Shape;363;p7"/>
            <p:cNvSpPr/>
            <p:nvPr/>
          </p:nvSpPr>
          <p:spPr>
            <a:xfrm>
              <a:off x="3822726" y="1552850"/>
              <a:ext cx="3277645" cy="227539"/>
            </a:xfrm>
            <a:custGeom>
              <a:avLst/>
              <a:gdLst/>
              <a:ahLst/>
              <a:cxnLst/>
              <a:rect l="l" t="t" r="r" b="b"/>
              <a:pathLst>
                <a:path w="120000" h="120000" extrusionOk="0">
                  <a:moveTo>
                    <a:pt x="0" y="0"/>
                  </a:moveTo>
                  <a:lnTo>
                    <a:pt x="0" y="60000"/>
                  </a:lnTo>
                  <a:lnTo>
                    <a:pt x="120000" y="60000"/>
                  </a:lnTo>
                  <a:lnTo>
                    <a:pt x="120000" y="120000"/>
                  </a:lnTo>
                </a:path>
              </a:pathLst>
            </a:custGeom>
            <a:noFill/>
            <a:ln w="15875" cap="rnd" cmpd="sng">
              <a:solidFill>
                <a:srgbClr val="03234C"/>
              </a:solidFill>
              <a:prstDash val="solid"/>
              <a:round/>
              <a:headEnd type="none" w="sm" len="sm"/>
              <a:tailEnd type="none" w="sm" len="sm"/>
            </a:ln>
          </p:spPr>
        </p:sp>
        <p:sp>
          <p:nvSpPr>
            <p:cNvPr id="364" name="Google Shape;364;p7"/>
            <p:cNvSpPr/>
            <p:nvPr/>
          </p:nvSpPr>
          <p:spPr>
            <a:xfrm>
              <a:off x="5355906" y="2322148"/>
              <a:ext cx="162527" cy="3575612"/>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65" name="Google Shape;365;p7"/>
            <p:cNvSpPr/>
            <p:nvPr/>
          </p:nvSpPr>
          <p:spPr>
            <a:xfrm>
              <a:off x="5355906" y="2322148"/>
              <a:ext cx="162527" cy="2806314"/>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66" name="Google Shape;366;p7"/>
            <p:cNvSpPr/>
            <p:nvPr/>
          </p:nvSpPr>
          <p:spPr>
            <a:xfrm>
              <a:off x="5355906" y="2322148"/>
              <a:ext cx="162527" cy="2037015"/>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67" name="Google Shape;367;p7"/>
            <p:cNvSpPr/>
            <p:nvPr/>
          </p:nvSpPr>
          <p:spPr>
            <a:xfrm>
              <a:off x="5355906" y="2322148"/>
              <a:ext cx="162527" cy="1267717"/>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68" name="Google Shape;368;p7"/>
            <p:cNvSpPr/>
            <p:nvPr/>
          </p:nvSpPr>
          <p:spPr>
            <a:xfrm>
              <a:off x="5355906" y="2322148"/>
              <a:ext cx="162527" cy="498418"/>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69" name="Google Shape;369;p7"/>
            <p:cNvSpPr/>
            <p:nvPr/>
          </p:nvSpPr>
          <p:spPr>
            <a:xfrm>
              <a:off x="3822726" y="1552850"/>
              <a:ext cx="1966587" cy="227539"/>
            </a:xfrm>
            <a:custGeom>
              <a:avLst/>
              <a:gdLst/>
              <a:ahLst/>
              <a:cxnLst/>
              <a:rect l="l" t="t" r="r" b="b"/>
              <a:pathLst>
                <a:path w="120000" h="120000" extrusionOk="0">
                  <a:moveTo>
                    <a:pt x="0" y="0"/>
                  </a:moveTo>
                  <a:lnTo>
                    <a:pt x="0" y="60000"/>
                  </a:lnTo>
                  <a:lnTo>
                    <a:pt x="120000" y="60000"/>
                  </a:lnTo>
                  <a:lnTo>
                    <a:pt x="120000" y="120000"/>
                  </a:lnTo>
                </a:path>
              </a:pathLst>
            </a:custGeom>
            <a:noFill/>
            <a:ln w="15875" cap="rnd" cmpd="sng">
              <a:solidFill>
                <a:srgbClr val="03234C"/>
              </a:solidFill>
              <a:prstDash val="solid"/>
              <a:round/>
              <a:headEnd type="none" w="sm" len="sm"/>
              <a:tailEnd type="none" w="sm" len="sm"/>
            </a:ln>
          </p:spPr>
        </p:sp>
        <p:sp>
          <p:nvSpPr>
            <p:cNvPr id="370" name="Google Shape;370;p7"/>
            <p:cNvSpPr/>
            <p:nvPr/>
          </p:nvSpPr>
          <p:spPr>
            <a:xfrm>
              <a:off x="4044848" y="2322148"/>
              <a:ext cx="162527" cy="3575612"/>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71" name="Google Shape;371;p7"/>
            <p:cNvSpPr/>
            <p:nvPr/>
          </p:nvSpPr>
          <p:spPr>
            <a:xfrm>
              <a:off x="4044848" y="2322148"/>
              <a:ext cx="162527" cy="2806314"/>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72" name="Google Shape;372;p7"/>
            <p:cNvSpPr/>
            <p:nvPr/>
          </p:nvSpPr>
          <p:spPr>
            <a:xfrm>
              <a:off x="4044848" y="2322148"/>
              <a:ext cx="162527" cy="2037015"/>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73" name="Google Shape;373;p7"/>
            <p:cNvSpPr/>
            <p:nvPr/>
          </p:nvSpPr>
          <p:spPr>
            <a:xfrm>
              <a:off x="4044848" y="2322148"/>
              <a:ext cx="162527" cy="1267717"/>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74" name="Google Shape;374;p7"/>
            <p:cNvSpPr/>
            <p:nvPr/>
          </p:nvSpPr>
          <p:spPr>
            <a:xfrm>
              <a:off x="4044848" y="2322148"/>
              <a:ext cx="162527" cy="498418"/>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75" name="Google Shape;375;p7"/>
            <p:cNvSpPr/>
            <p:nvPr/>
          </p:nvSpPr>
          <p:spPr>
            <a:xfrm>
              <a:off x="3822726" y="1552850"/>
              <a:ext cx="655529" cy="227539"/>
            </a:xfrm>
            <a:custGeom>
              <a:avLst/>
              <a:gdLst/>
              <a:ahLst/>
              <a:cxnLst/>
              <a:rect l="l" t="t" r="r" b="b"/>
              <a:pathLst>
                <a:path w="120000" h="120000" extrusionOk="0">
                  <a:moveTo>
                    <a:pt x="0" y="0"/>
                  </a:moveTo>
                  <a:lnTo>
                    <a:pt x="0" y="60000"/>
                  </a:lnTo>
                  <a:lnTo>
                    <a:pt x="120000" y="60000"/>
                  </a:lnTo>
                  <a:lnTo>
                    <a:pt x="120000" y="120000"/>
                  </a:lnTo>
                </a:path>
              </a:pathLst>
            </a:custGeom>
            <a:noFill/>
            <a:ln w="15875" cap="rnd" cmpd="sng">
              <a:solidFill>
                <a:srgbClr val="03234C"/>
              </a:solidFill>
              <a:prstDash val="solid"/>
              <a:round/>
              <a:headEnd type="none" w="sm" len="sm"/>
              <a:tailEnd type="none" w="sm" len="sm"/>
            </a:ln>
          </p:spPr>
        </p:sp>
        <p:sp>
          <p:nvSpPr>
            <p:cNvPr id="376" name="Google Shape;376;p7"/>
            <p:cNvSpPr/>
            <p:nvPr/>
          </p:nvSpPr>
          <p:spPr>
            <a:xfrm>
              <a:off x="2733789" y="2322148"/>
              <a:ext cx="162527" cy="3575612"/>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77" name="Google Shape;377;p7"/>
            <p:cNvSpPr/>
            <p:nvPr/>
          </p:nvSpPr>
          <p:spPr>
            <a:xfrm>
              <a:off x="2733789" y="2322148"/>
              <a:ext cx="162527" cy="2806314"/>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78" name="Google Shape;378;p7"/>
            <p:cNvSpPr/>
            <p:nvPr/>
          </p:nvSpPr>
          <p:spPr>
            <a:xfrm>
              <a:off x="2733789" y="2322148"/>
              <a:ext cx="162527" cy="2037015"/>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79" name="Google Shape;379;p7"/>
            <p:cNvSpPr/>
            <p:nvPr/>
          </p:nvSpPr>
          <p:spPr>
            <a:xfrm>
              <a:off x="2733789" y="2322148"/>
              <a:ext cx="162527" cy="1267717"/>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80" name="Google Shape;380;p7"/>
            <p:cNvSpPr/>
            <p:nvPr/>
          </p:nvSpPr>
          <p:spPr>
            <a:xfrm>
              <a:off x="2733789" y="2322148"/>
              <a:ext cx="162527" cy="498418"/>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81" name="Google Shape;381;p7"/>
            <p:cNvSpPr/>
            <p:nvPr/>
          </p:nvSpPr>
          <p:spPr>
            <a:xfrm>
              <a:off x="3167197" y="1552850"/>
              <a:ext cx="655529" cy="227539"/>
            </a:xfrm>
            <a:custGeom>
              <a:avLst/>
              <a:gdLst/>
              <a:ahLst/>
              <a:cxnLst/>
              <a:rect l="l" t="t" r="r" b="b"/>
              <a:pathLst>
                <a:path w="120000" h="120000" extrusionOk="0">
                  <a:moveTo>
                    <a:pt x="120000" y="0"/>
                  </a:moveTo>
                  <a:lnTo>
                    <a:pt x="120000" y="60000"/>
                  </a:lnTo>
                  <a:lnTo>
                    <a:pt x="0" y="60000"/>
                  </a:lnTo>
                  <a:lnTo>
                    <a:pt x="0" y="120000"/>
                  </a:lnTo>
                </a:path>
              </a:pathLst>
            </a:custGeom>
            <a:noFill/>
            <a:ln w="15875" cap="rnd" cmpd="sng">
              <a:solidFill>
                <a:srgbClr val="03234C"/>
              </a:solidFill>
              <a:prstDash val="solid"/>
              <a:round/>
              <a:headEnd type="none" w="sm" len="sm"/>
              <a:tailEnd type="none" w="sm" len="sm"/>
            </a:ln>
          </p:spPr>
        </p:sp>
        <p:sp>
          <p:nvSpPr>
            <p:cNvPr id="382" name="Google Shape;382;p7"/>
            <p:cNvSpPr/>
            <p:nvPr/>
          </p:nvSpPr>
          <p:spPr>
            <a:xfrm>
              <a:off x="1422731" y="2322148"/>
              <a:ext cx="162527" cy="3575612"/>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83" name="Google Shape;383;p7"/>
            <p:cNvSpPr/>
            <p:nvPr/>
          </p:nvSpPr>
          <p:spPr>
            <a:xfrm>
              <a:off x="1422731" y="2322148"/>
              <a:ext cx="162527" cy="2806314"/>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84" name="Google Shape;384;p7"/>
            <p:cNvSpPr/>
            <p:nvPr/>
          </p:nvSpPr>
          <p:spPr>
            <a:xfrm>
              <a:off x="1422731" y="2322148"/>
              <a:ext cx="162527" cy="2037015"/>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85" name="Google Shape;385;p7"/>
            <p:cNvSpPr/>
            <p:nvPr/>
          </p:nvSpPr>
          <p:spPr>
            <a:xfrm>
              <a:off x="1422731" y="2322148"/>
              <a:ext cx="162527" cy="1267717"/>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86" name="Google Shape;386;p7"/>
            <p:cNvSpPr/>
            <p:nvPr/>
          </p:nvSpPr>
          <p:spPr>
            <a:xfrm>
              <a:off x="1422731" y="2322148"/>
              <a:ext cx="162527" cy="498418"/>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87" name="Google Shape;387;p7"/>
            <p:cNvSpPr/>
            <p:nvPr/>
          </p:nvSpPr>
          <p:spPr>
            <a:xfrm>
              <a:off x="1856139" y="1552850"/>
              <a:ext cx="1966587" cy="227539"/>
            </a:xfrm>
            <a:custGeom>
              <a:avLst/>
              <a:gdLst/>
              <a:ahLst/>
              <a:cxnLst/>
              <a:rect l="l" t="t" r="r" b="b"/>
              <a:pathLst>
                <a:path w="120000" h="120000" extrusionOk="0">
                  <a:moveTo>
                    <a:pt x="120000" y="0"/>
                  </a:moveTo>
                  <a:lnTo>
                    <a:pt x="120000" y="60000"/>
                  </a:lnTo>
                  <a:lnTo>
                    <a:pt x="0" y="60000"/>
                  </a:lnTo>
                  <a:lnTo>
                    <a:pt x="0" y="120000"/>
                  </a:lnTo>
                </a:path>
              </a:pathLst>
            </a:custGeom>
            <a:noFill/>
            <a:ln w="15875" cap="rnd" cmpd="sng">
              <a:solidFill>
                <a:srgbClr val="03234C"/>
              </a:solidFill>
              <a:prstDash val="solid"/>
              <a:round/>
              <a:headEnd type="none" w="sm" len="sm"/>
              <a:tailEnd type="none" w="sm" len="sm"/>
            </a:ln>
          </p:spPr>
        </p:sp>
        <p:sp>
          <p:nvSpPr>
            <p:cNvPr id="388" name="Google Shape;388;p7"/>
            <p:cNvSpPr/>
            <p:nvPr/>
          </p:nvSpPr>
          <p:spPr>
            <a:xfrm>
              <a:off x="111673" y="2322148"/>
              <a:ext cx="162527" cy="3575612"/>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89" name="Google Shape;389;p7"/>
            <p:cNvSpPr/>
            <p:nvPr/>
          </p:nvSpPr>
          <p:spPr>
            <a:xfrm>
              <a:off x="111673" y="2322148"/>
              <a:ext cx="162527" cy="2806314"/>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90" name="Google Shape;390;p7"/>
            <p:cNvSpPr/>
            <p:nvPr/>
          </p:nvSpPr>
          <p:spPr>
            <a:xfrm>
              <a:off x="111673" y="2322148"/>
              <a:ext cx="162527" cy="2037015"/>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91" name="Google Shape;391;p7"/>
            <p:cNvSpPr/>
            <p:nvPr/>
          </p:nvSpPr>
          <p:spPr>
            <a:xfrm>
              <a:off x="111673" y="2322148"/>
              <a:ext cx="162527" cy="1267717"/>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92" name="Google Shape;392;p7"/>
            <p:cNvSpPr/>
            <p:nvPr/>
          </p:nvSpPr>
          <p:spPr>
            <a:xfrm>
              <a:off x="111673" y="2322148"/>
              <a:ext cx="162527" cy="498418"/>
            </a:xfrm>
            <a:custGeom>
              <a:avLst/>
              <a:gdLst/>
              <a:ahLst/>
              <a:cxnLst/>
              <a:rect l="l" t="t" r="r" b="b"/>
              <a:pathLst>
                <a:path w="120000" h="120000" extrusionOk="0">
                  <a:moveTo>
                    <a:pt x="0" y="0"/>
                  </a:moveTo>
                  <a:lnTo>
                    <a:pt x="0" y="120000"/>
                  </a:lnTo>
                  <a:lnTo>
                    <a:pt x="120000" y="120000"/>
                  </a:lnTo>
                </a:path>
              </a:pathLst>
            </a:custGeom>
            <a:noFill/>
            <a:ln w="15875" cap="rnd" cmpd="sng">
              <a:solidFill>
                <a:srgbClr val="042957"/>
              </a:solidFill>
              <a:prstDash val="solid"/>
              <a:round/>
              <a:headEnd type="none" w="sm" len="sm"/>
              <a:tailEnd type="none" w="sm" len="sm"/>
            </a:ln>
          </p:spPr>
        </p:sp>
        <p:sp>
          <p:nvSpPr>
            <p:cNvPr id="393" name="Google Shape;393;p7"/>
            <p:cNvSpPr/>
            <p:nvPr/>
          </p:nvSpPr>
          <p:spPr>
            <a:xfrm>
              <a:off x="545081" y="1552850"/>
              <a:ext cx="3277645" cy="227539"/>
            </a:xfrm>
            <a:custGeom>
              <a:avLst/>
              <a:gdLst/>
              <a:ahLst/>
              <a:cxnLst/>
              <a:rect l="l" t="t" r="r" b="b"/>
              <a:pathLst>
                <a:path w="120000" h="120000" extrusionOk="0">
                  <a:moveTo>
                    <a:pt x="120000" y="0"/>
                  </a:moveTo>
                  <a:lnTo>
                    <a:pt x="120000" y="60000"/>
                  </a:lnTo>
                  <a:lnTo>
                    <a:pt x="0" y="60000"/>
                  </a:lnTo>
                  <a:lnTo>
                    <a:pt x="0" y="120000"/>
                  </a:lnTo>
                </a:path>
              </a:pathLst>
            </a:custGeom>
            <a:noFill/>
            <a:ln w="15875" cap="rnd" cmpd="sng">
              <a:solidFill>
                <a:srgbClr val="03234C"/>
              </a:solidFill>
              <a:prstDash val="solid"/>
              <a:round/>
              <a:headEnd type="none" w="sm" len="sm"/>
              <a:tailEnd type="none" w="sm" len="sm"/>
            </a:ln>
          </p:spPr>
        </p:sp>
        <p:sp>
          <p:nvSpPr>
            <p:cNvPr id="394" name="Google Shape;394;p7"/>
            <p:cNvSpPr/>
            <p:nvPr/>
          </p:nvSpPr>
          <p:spPr>
            <a:xfrm>
              <a:off x="3280967" y="1011090"/>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 name="Google Shape;395;p7"/>
            <p:cNvSpPr txBox="1"/>
            <p:nvPr/>
          </p:nvSpPr>
          <p:spPr>
            <a:xfrm>
              <a:off x="3280967" y="1011090"/>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Automatisierung eines Stückgutprozesses</a:t>
              </a:r>
              <a:endParaRPr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396" name="Google Shape;396;p7"/>
            <p:cNvSpPr/>
            <p:nvPr/>
          </p:nvSpPr>
          <p:spPr>
            <a:xfrm>
              <a:off x="3321" y="1780389"/>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 name="Google Shape;397;p7"/>
            <p:cNvSpPr txBox="1"/>
            <p:nvPr/>
          </p:nvSpPr>
          <p:spPr>
            <a:xfrm>
              <a:off x="3321" y="1780389"/>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Puffer/Schieber</a:t>
              </a:r>
              <a:endParaRPr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398" name="Google Shape;398;p7"/>
            <p:cNvSpPr/>
            <p:nvPr/>
          </p:nvSpPr>
          <p:spPr>
            <a:xfrm>
              <a:off x="274201" y="2549687"/>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 name="Google Shape;399;p7"/>
            <p:cNvSpPr txBox="1"/>
            <p:nvPr/>
          </p:nvSpPr>
          <p:spPr>
            <a:xfrm>
              <a:off x="274201" y="2549687"/>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SPS für Schieber programmieren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00" name="Google Shape;400;p7"/>
            <p:cNvSpPr/>
            <p:nvPr/>
          </p:nvSpPr>
          <p:spPr>
            <a:xfrm>
              <a:off x="274201" y="3318986"/>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 name="Google Shape;401;p7"/>
            <p:cNvSpPr txBox="1"/>
            <p:nvPr/>
          </p:nvSpPr>
          <p:spPr>
            <a:xfrm>
              <a:off x="274201" y="3318986"/>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Zwilling des Ausschiebers programmieren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02" name="Google Shape;402;p7"/>
            <p:cNvSpPr/>
            <p:nvPr/>
          </p:nvSpPr>
          <p:spPr>
            <a:xfrm>
              <a:off x="274201" y="4088284"/>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 name="Google Shape;403;p7"/>
            <p:cNvSpPr txBox="1"/>
            <p:nvPr/>
          </p:nvSpPr>
          <p:spPr>
            <a:xfrm>
              <a:off x="274201" y="4088284"/>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Aussieber in WinCC realisieren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04" name="Google Shape;404;p7"/>
            <p:cNvSpPr/>
            <p:nvPr/>
          </p:nvSpPr>
          <p:spPr>
            <a:xfrm>
              <a:off x="274201" y="4857583"/>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 name="Google Shape;405;p7"/>
            <p:cNvSpPr txBox="1"/>
            <p:nvPr/>
          </p:nvSpPr>
          <p:spPr>
            <a:xfrm>
              <a:off x="274201" y="4857583"/>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Schieber mit NodeRed anbinden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06" name="Google Shape;406;p7"/>
            <p:cNvSpPr/>
            <p:nvPr/>
          </p:nvSpPr>
          <p:spPr>
            <a:xfrm>
              <a:off x="274201" y="5626881"/>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 name="Google Shape;407;p7"/>
            <p:cNvSpPr txBox="1"/>
            <p:nvPr/>
          </p:nvSpPr>
          <p:spPr>
            <a:xfrm>
              <a:off x="274201" y="5626881"/>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Schieber testen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08" name="Google Shape;408;p7"/>
            <p:cNvSpPr/>
            <p:nvPr/>
          </p:nvSpPr>
          <p:spPr>
            <a:xfrm>
              <a:off x="1314379" y="1780389"/>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7"/>
            <p:cNvSpPr txBox="1"/>
            <p:nvPr/>
          </p:nvSpPr>
          <p:spPr>
            <a:xfrm>
              <a:off x="1314379" y="1780389"/>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Schwenkarm</a:t>
              </a:r>
              <a:endParaRPr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10" name="Google Shape;410;p7"/>
            <p:cNvSpPr/>
            <p:nvPr/>
          </p:nvSpPr>
          <p:spPr>
            <a:xfrm>
              <a:off x="1585259" y="2549687"/>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 name="Google Shape;411;p7"/>
            <p:cNvSpPr txBox="1"/>
            <p:nvPr/>
          </p:nvSpPr>
          <p:spPr>
            <a:xfrm>
              <a:off x="1585259" y="2549687"/>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SPS für Schwenkarm programmieren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12" name="Google Shape;412;p7"/>
            <p:cNvSpPr/>
            <p:nvPr/>
          </p:nvSpPr>
          <p:spPr>
            <a:xfrm>
              <a:off x="1585259" y="3318986"/>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 name="Google Shape;413;p7"/>
            <p:cNvSpPr txBox="1"/>
            <p:nvPr/>
          </p:nvSpPr>
          <p:spPr>
            <a:xfrm>
              <a:off x="1585259" y="3318986"/>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Zwilling des Schwenkarmes programmieren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14" name="Google Shape;414;p7"/>
            <p:cNvSpPr/>
            <p:nvPr/>
          </p:nvSpPr>
          <p:spPr>
            <a:xfrm>
              <a:off x="1585259" y="4088284"/>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 name="Google Shape;415;p7"/>
            <p:cNvSpPr txBox="1"/>
            <p:nvPr/>
          </p:nvSpPr>
          <p:spPr>
            <a:xfrm>
              <a:off x="1585259" y="4088284"/>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Schwenkarm in WinCC reaslisieren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16" name="Google Shape;416;p7"/>
            <p:cNvSpPr/>
            <p:nvPr/>
          </p:nvSpPr>
          <p:spPr>
            <a:xfrm>
              <a:off x="1585259" y="4857583"/>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 name="Google Shape;417;p7"/>
            <p:cNvSpPr txBox="1"/>
            <p:nvPr/>
          </p:nvSpPr>
          <p:spPr>
            <a:xfrm>
              <a:off x="1585259" y="4857583"/>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Schwenkarm mit NodeRed anbinden</a:t>
              </a:r>
              <a:endParaRPr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18" name="Google Shape;418;p7"/>
            <p:cNvSpPr/>
            <p:nvPr/>
          </p:nvSpPr>
          <p:spPr>
            <a:xfrm>
              <a:off x="1585259" y="5626881"/>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 name="Google Shape;419;p7"/>
            <p:cNvSpPr txBox="1"/>
            <p:nvPr/>
          </p:nvSpPr>
          <p:spPr>
            <a:xfrm>
              <a:off x="1585259" y="5626881"/>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Schwenkarm testen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20" name="Google Shape;420;p7"/>
            <p:cNvSpPr/>
            <p:nvPr/>
          </p:nvSpPr>
          <p:spPr>
            <a:xfrm>
              <a:off x="2625438" y="1780389"/>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7"/>
            <p:cNvSpPr txBox="1"/>
            <p:nvPr/>
          </p:nvSpPr>
          <p:spPr>
            <a:xfrm>
              <a:off x="2625438" y="1780389"/>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Linearachse</a:t>
              </a:r>
              <a:endParaRPr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22" name="Google Shape;422;p7"/>
            <p:cNvSpPr/>
            <p:nvPr/>
          </p:nvSpPr>
          <p:spPr>
            <a:xfrm>
              <a:off x="2896317" y="2549687"/>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 name="Google Shape;423;p7"/>
            <p:cNvSpPr txBox="1"/>
            <p:nvPr/>
          </p:nvSpPr>
          <p:spPr>
            <a:xfrm>
              <a:off x="2896317" y="2549687"/>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SPS für Linearachse programmieren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24" name="Google Shape;424;p7"/>
            <p:cNvSpPr/>
            <p:nvPr/>
          </p:nvSpPr>
          <p:spPr>
            <a:xfrm>
              <a:off x="2896317" y="3318986"/>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 name="Google Shape;425;p7"/>
            <p:cNvSpPr txBox="1"/>
            <p:nvPr/>
          </p:nvSpPr>
          <p:spPr>
            <a:xfrm>
              <a:off x="2896317" y="3318986"/>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Zwilling der Linearachse programmieren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26" name="Google Shape;426;p7"/>
            <p:cNvSpPr/>
            <p:nvPr/>
          </p:nvSpPr>
          <p:spPr>
            <a:xfrm>
              <a:off x="2896317" y="4088284"/>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 name="Google Shape;427;p7"/>
            <p:cNvSpPr txBox="1"/>
            <p:nvPr/>
          </p:nvSpPr>
          <p:spPr>
            <a:xfrm>
              <a:off x="2896317" y="4088284"/>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Linearachse in WinCC realisieren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28" name="Google Shape;428;p7"/>
            <p:cNvSpPr/>
            <p:nvPr/>
          </p:nvSpPr>
          <p:spPr>
            <a:xfrm>
              <a:off x="2896317" y="4857583"/>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 name="Google Shape;429;p7"/>
            <p:cNvSpPr txBox="1"/>
            <p:nvPr/>
          </p:nvSpPr>
          <p:spPr>
            <a:xfrm>
              <a:off x="2896317" y="4857583"/>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Linearachse mit NodeRed anbinden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30" name="Google Shape;430;p7"/>
            <p:cNvSpPr/>
            <p:nvPr/>
          </p:nvSpPr>
          <p:spPr>
            <a:xfrm>
              <a:off x="2896317" y="5626881"/>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 name="Google Shape;431;p7"/>
            <p:cNvSpPr txBox="1"/>
            <p:nvPr/>
          </p:nvSpPr>
          <p:spPr>
            <a:xfrm>
              <a:off x="2896317" y="5626881"/>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Linearachse testen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32" name="Google Shape;432;p7"/>
            <p:cNvSpPr/>
            <p:nvPr/>
          </p:nvSpPr>
          <p:spPr>
            <a:xfrm>
              <a:off x="3936496" y="1780389"/>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7"/>
            <p:cNvSpPr txBox="1"/>
            <p:nvPr/>
          </p:nvSpPr>
          <p:spPr>
            <a:xfrm>
              <a:off x="3936496" y="1780389"/>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Greiferportal</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34" name="Google Shape;434;p7"/>
            <p:cNvSpPr/>
            <p:nvPr/>
          </p:nvSpPr>
          <p:spPr>
            <a:xfrm>
              <a:off x="4207375" y="2549687"/>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 name="Google Shape;435;p7"/>
            <p:cNvSpPr txBox="1"/>
            <p:nvPr/>
          </p:nvSpPr>
          <p:spPr>
            <a:xfrm>
              <a:off x="4207375" y="2549687"/>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SPS für Greiferportal programmieren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36" name="Google Shape;436;p7"/>
            <p:cNvSpPr/>
            <p:nvPr/>
          </p:nvSpPr>
          <p:spPr>
            <a:xfrm>
              <a:off x="4207375" y="3318986"/>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 name="Google Shape;437;p7"/>
            <p:cNvSpPr txBox="1"/>
            <p:nvPr/>
          </p:nvSpPr>
          <p:spPr>
            <a:xfrm>
              <a:off x="4207375" y="3318986"/>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Zwilling des Greiferportals programmieren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38" name="Google Shape;438;p7"/>
            <p:cNvSpPr/>
            <p:nvPr/>
          </p:nvSpPr>
          <p:spPr>
            <a:xfrm>
              <a:off x="4207375" y="4088284"/>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 name="Google Shape;439;p7"/>
            <p:cNvSpPr txBox="1"/>
            <p:nvPr/>
          </p:nvSpPr>
          <p:spPr>
            <a:xfrm>
              <a:off x="4207375" y="4088284"/>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Greiferportal in WinCC realisieren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40" name="Google Shape;440;p7"/>
            <p:cNvSpPr/>
            <p:nvPr/>
          </p:nvSpPr>
          <p:spPr>
            <a:xfrm>
              <a:off x="4207375" y="4857583"/>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 name="Google Shape;441;p7"/>
            <p:cNvSpPr txBox="1"/>
            <p:nvPr/>
          </p:nvSpPr>
          <p:spPr>
            <a:xfrm>
              <a:off x="4207375" y="4857583"/>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Greiferportal mit NodeRed anbinden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42" name="Google Shape;442;p7"/>
            <p:cNvSpPr/>
            <p:nvPr/>
          </p:nvSpPr>
          <p:spPr>
            <a:xfrm>
              <a:off x="4207375" y="5626881"/>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 name="Google Shape;443;p7"/>
            <p:cNvSpPr txBox="1"/>
            <p:nvPr/>
          </p:nvSpPr>
          <p:spPr>
            <a:xfrm>
              <a:off x="4207375" y="5626881"/>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Greiferportal testen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44" name="Google Shape;444;p7"/>
            <p:cNvSpPr/>
            <p:nvPr/>
          </p:nvSpPr>
          <p:spPr>
            <a:xfrm>
              <a:off x="5247554" y="1780389"/>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 name="Google Shape;445;p7"/>
            <p:cNvSpPr txBox="1"/>
            <p:nvPr/>
          </p:nvSpPr>
          <p:spPr>
            <a:xfrm>
              <a:off x="5247554" y="1780389"/>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Roboter mit RFID</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46" name="Google Shape;446;p7"/>
            <p:cNvSpPr/>
            <p:nvPr/>
          </p:nvSpPr>
          <p:spPr>
            <a:xfrm>
              <a:off x="5518433" y="2549687"/>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 name="Google Shape;447;p7"/>
            <p:cNvSpPr txBox="1"/>
            <p:nvPr/>
          </p:nvSpPr>
          <p:spPr>
            <a:xfrm>
              <a:off x="5518433" y="2549687"/>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SPS für Roboter programmieren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48" name="Google Shape;448;p7"/>
            <p:cNvSpPr/>
            <p:nvPr/>
          </p:nvSpPr>
          <p:spPr>
            <a:xfrm>
              <a:off x="5518433" y="3318986"/>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 name="Google Shape;449;p7"/>
            <p:cNvSpPr txBox="1"/>
            <p:nvPr/>
          </p:nvSpPr>
          <p:spPr>
            <a:xfrm>
              <a:off x="5518433" y="3318986"/>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Zwilling des Roboters programmieren</a:t>
              </a:r>
              <a:endParaRPr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50" name="Google Shape;450;p7"/>
            <p:cNvSpPr/>
            <p:nvPr/>
          </p:nvSpPr>
          <p:spPr>
            <a:xfrm>
              <a:off x="5518433" y="4088284"/>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 name="Google Shape;451;p7"/>
            <p:cNvSpPr txBox="1"/>
            <p:nvPr/>
          </p:nvSpPr>
          <p:spPr>
            <a:xfrm>
              <a:off x="5518433" y="4088284"/>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Roboter in WinCC realisieren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52" name="Google Shape;452;p7"/>
            <p:cNvSpPr/>
            <p:nvPr/>
          </p:nvSpPr>
          <p:spPr>
            <a:xfrm>
              <a:off x="5518433" y="4857583"/>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 name="Google Shape;453;p7"/>
            <p:cNvSpPr txBox="1"/>
            <p:nvPr/>
          </p:nvSpPr>
          <p:spPr>
            <a:xfrm>
              <a:off x="5518433" y="4857583"/>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Roboter mit NodeRed anbinden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54" name="Google Shape;454;p7"/>
            <p:cNvSpPr/>
            <p:nvPr/>
          </p:nvSpPr>
          <p:spPr>
            <a:xfrm>
              <a:off x="5518433" y="5626881"/>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 name="Google Shape;455;p7"/>
            <p:cNvSpPr txBox="1"/>
            <p:nvPr/>
          </p:nvSpPr>
          <p:spPr>
            <a:xfrm>
              <a:off x="5518433" y="5626881"/>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Roboter/RFID testen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56" name="Google Shape;456;p7"/>
            <p:cNvSpPr/>
            <p:nvPr/>
          </p:nvSpPr>
          <p:spPr>
            <a:xfrm>
              <a:off x="6558612" y="1780389"/>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 name="Google Shape;457;p7"/>
            <p:cNvSpPr txBox="1"/>
            <p:nvPr/>
          </p:nvSpPr>
          <p:spPr>
            <a:xfrm>
              <a:off x="6558612" y="1780389"/>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Projektabschluss</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58" name="Google Shape;458;p7"/>
            <p:cNvSpPr/>
            <p:nvPr/>
          </p:nvSpPr>
          <p:spPr>
            <a:xfrm>
              <a:off x="6829492" y="2549687"/>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 name="Google Shape;459;p7"/>
            <p:cNvSpPr txBox="1"/>
            <p:nvPr/>
          </p:nvSpPr>
          <p:spPr>
            <a:xfrm>
              <a:off x="6829492" y="2549687"/>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Gesamttest mit allen Gewerken Hand und Automatik</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60" name="Google Shape;460;p7"/>
            <p:cNvSpPr/>
            <p:nvPr/>
          </p:nvSpPr>
          <p:spPr>
            <a:xfrm>
              <a:off x="6829492" y="3318986"/>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 name="Google Shape;461;p7"/>
            <p:cNvSpPr txBox="1"/>
            <p:nvPr/>
          </p:nvSpPr>
          <p:spPr>
            <a:xfrm>
              <a:off x="6829492" y="3318986"/>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Dokumentation</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462" name="Google Shape;462;p7"/>
            <p:cNvSpPr/>
            <p:nvPr/>
          </p:nvSpPr>
          <p:spPr>
            <a:xfrm>
              <a:off x="6829492" y="4088284"/>
              <a:ext cx="1083519" cy="541759"/>
            </a:xfrm>
            <a:prstGeom prst="rect">
              <a:avLst/>
            </a:prstGeom>
            <a:gradFill>
              <a:gsLst>
                <a:gs pos="0">
                  <a:srgbClr val="2B5D8B"/>
                </a:gs>
                <a:gs pos="100000">
                  <a:srgbClr val="032650"/>
                </a:gs>
              </a:gsLst>
              <a:lin ang="5400000" scaled="0"/>
            </a:gradFill>
            <a:ln>
              <a:noFill/>
            </a:ln>
            <a:effectLst>
              <a:outerShdw blurRad="50800" dist="38100" dir="5400000" rotWithShape="0">
                <a:srgbClr val="000000">
                  <a:alpha val="4588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 name="Google Shape;463;p7"/>
            <p:cNvSpPr txBox="1"/>
            <p:nvPr/>
          </p:nvSpPr>
          <p:spPr>
            <a:xfrm>
              <a:off x="6829492" y="4088284"/>
              <a:ext cx="1083519" cy="541759"/>
            </a:xfrm>
            <a:prstGeom prst="rect">
              <a:avLst/>
            </a:prstGeom>
            <a:noFill/>
            <a:ln>
              <a:noFill/>
            </a:ln>
          </p:spPr>
          <p:txBody>
            <a:bodyPr spcFirstLastPara="1" wrap="square" lIns="5700" tIns="5700" rIns="5700" bIns="5700" anchor="ctr" anchorCtr="0">
              <a:noAutofit/>
            </a:bodyPr>
            <a:lstStyle/>
            <a:p>
              <a:pPr marL="0" marR="0" lvl="0" indent="0" algn="ctr" rtl="0">
                <a:lnSpc>
                  <a:spcPct val="90000"/>
                </a:lnSpc>
                <a:spcBef>
                  <a:spcPts val="0"/>
                </a:spcBef>
                <a:spcAft>
                  <a:spcPts val="0"/>
                </a:spcAft>
                <a:buClr>
                  <a:schemeClr val="lt1"/>
                </a:buClr>
                <a:buSzPts val="900"/>
                <a:buFont typeface="Century Gothic" panose="020B0502020202020204"/>
                <a:buNone/>
              </a:pPr>
              <a:r>
                <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rPr>
                <a:t>Projektabschluss</a:t>
              </a:r>
              <a:endParaRPr lang="de-DE" sz="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67" name="Shape 467"/>
        <p:cNvGrpSpPr/>
        <p:nvPr/>
      </p:nvGrpSpPr>
      <p:grpSpPr>
        <a:xfrm>
          <a:off x="0" y="0"/>
          <a:ext cx="0" cy="0"/>
          <a:chOff x="0" y="0"/>
          <a:chExt cx="0" cy="0"/>
        </a:xfrm>
      </p:grpSpPr>
      <p:sp>
        <p:nvSpPr>
          <p:cNvPr id="468" name="Google Shape;468;p8"/>
          <p:cNvSpPr txBox="1"/>
          <p:nvPr>
            <p:ph type="sldNum" idx="12"/>
          </p:nvPr>
        </p:nvSpPr>
        <p:spPr>
          <a:xfrm>
            <a:off x="11017738" y="6223244"/>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469" name="Google Shape;469;p8"/>
          <p:cNvSpPr txBox="1"/>
          <p:nvPr/>
        </p:nvSpPr>
        <p:spPr>
          <a:xfrm>
            <a:off x="-1375508" y="366021"/>
            <a:ext cx="808566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e-DE" sz="2400">
                <a:solidFill>
                  <a:schemeClr val="accent1"/>
                </a:solidFill>
                <a:latin typeface="Century Gothic" panose="020B0502020202020204"/>
                <a:ea typeface="Century Gothic" panose="020B0502020202020204"/>
                <a:cs typeface="Century Gothic" panose="020B0502020202020204"/>
                <a:sym typeface="Century Gothic" panose="020B0502020202020204"/>
              </a:rPr>
              <a:t>Erstellen des Projektplans in Excel</a:t>
            </a:r>
            <a:endParaRPr sz="2400">
              <a:solidFill>
                <a:schemeClr val="accen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470" name="Google Shape;470;p8" descr="Ein Bild, das Tisch enthält.&#10;&#10;Beschreibung automatisch generiert."/>
          <p:cNvPicPr preferRelativeResize="0"/>
          <p:nvPr/>
        </p:nvPicPr>
        <p:blipFill rotWithShape="1">
          <a:blip r:embed="rId1"/>
          <a:srcRect/>
          <a:stretch>
            <a:fillRect/>
          </a:stretch>
        </p:blipFill>
        <p:spPr>
          <a:xfrm>
            <a:off x="113323" y="1071046"/>
            <a:ext cx="11047046" cy="47159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74" name="Shape 474"/>
        <p:cNvGrpSpPr/>
        <p:nvPr/>
      </p:nvGrpSpPr>
      <p:grpSpPr>
        <a:xfrm>
          <a:off x="0" y="0"/>
          <a:ext cx="0" cy="0"/>
          <a:chOff x="0" y="0"/>
          <a:chExt cx="0" cy="0"/>
        </a:xfrm>
      </p:grpSpPr>
      <p:sp>
        <p:nvSpPr>
          <p:cNvPr id="475" name="Google Shape;475;p9"/>
          <p:cNvSpPr txBox="1"/>
          <p:nvPr>
            <p:ph type="sldNum" idx="12"/>
          </p:nvPr>
        </p:nvSpPr>
        <p:spPr>
          <a:xfrm>
            <a:off x="11047046" y="6291629"/>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476" name="Google Shape;476;p9"/>
          <p:cNvSpPr txBox="1"/>
          <p:nvPr/>
        </p:nvSpPr>
        <p:spPr>
          <a:xfrm>
            <a:off x="-42984" y="250092"/>
            <a:ext cx="838981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e-DE" sz="2400">
                <a:solidFill>
                  <a:schemeClr val="accent1"/>
                </a:solidFill>
                <a:latin typeface="Century Gothic" panose="020B0502020202020204"/>
                <a:ea typeface="Century Gothic" panose="020B0502020202020204"/>
                <a:cs typeface="Century Gothic" panose="020B0502020202020204"/>
                <a:sym typeface="Century Gothic" panose="020B0502020202020204"/>
              </a:rPr>
              <a:t>Überführung des Projektplans in ein Gantt-Diagramm</a:t>
            </a:r>
            <a:endParaRPr sz="2400">
              <a:solidFill>
                <a:schemeClr val="accen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477" name="Google Shape;477;p9"/>
          <p:cNvPicPr preferRelativeResize="0"/>
          <p:nvPr/>
        </p:nvPicPr>
        <p:blipFill rotWithShape="1">
          <a:blip r:embed="rId1"/>
          <a:srcRect/>
          <a:stretch>
            <a:fillRect/>
          </a:stretch>
        </p:blipFill>
        <p:spPr>
          <a:xfrm>
            <a:off x="240323" y="789113"/>
            <a:ext cx="11564815" cy="57389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81" name="Shape 481"/>
        <p:cNvGrpSpPr/>
        <p:nvPr/>
      </p:nvGrpSpPr>
      <p:grpSpPr>
        <a:xfrm>
          <a:off x="0" y="0"/>
          <a:ext cx="0" cy="0"/>
          <a:chOff x="0" y="0"/>
          <a:chExt cx="0" cy="0"/>
        </a:xfrm>
      </p:grpSpPr>
      <p:sp>
        <p:nvSpPr>
          <p:cNvPr id="482" name="Google Shape;482;p10"/>
          <p:cNvSpPr txBox="1"/>
          <p:nvPr>
            <p:ph type="sldNum" idx="12"/>
          </p:nvPr>
        </p:nvSpPr>
        <p:spPr>
          <a:xfrm>
            <a:off x="11047046"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483" name="Google Shape;483;p10"/>
          <p:cNvSpPr txBox="1"/>
          <p:nvPr/>
        </p:nvSpPr>
        <p:spPr>
          <a:xfrm>
            <a:off x="-1947985" y="201246"/>
            <a:ext cx="990404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e-DE" sz="2400">
                <a:solidFill>
                  <a:schemeClr val="accent1"/>
                </a:solidFill>
                <a:latin typeface="Century Gothic" panose="020B0502020202020204"/>
                <a:ea typeface="Century Gothic" panose="020B0502020202020204"/>
                <a:cs typeface="Century Gothic" panose="020B0502020202020204"/>
                <a:sym typeface="Century Gothic" panose="020B0502020202020204"/>
              </a:rPr>
              <a:t>Dynamische der Fortschrittsbalken</a:t>
            </a:r>
            <a:endParaRPr lang="de-DE" sz="2400">
              <a:solidFill>
                <a:schemeClr val="accen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484" name="Google Shape;484;p10" descr="Ein Bild, das Text enthält.&#10;&#10;Beschreibung automatisch generiert."/>
          <p:cNvPicPr preferRelativeResize="0"/>
          <p:nvPr/>
        </p:nvPicPr>
        <p:blipFill rotWithShape="1">
          <a:blip r:embed="rId1"/>
          <a:srcRect/>
          <a:stretch>
            <a:fillRect/>
          </a:stretch>
        </p:blipFill>
        <p:spPr>
          <a:xfrm>
            <a:off x="435708" y="1261497"/>
            <a:ext cx="10949352" cy="544544"/>
          </a:xfrm>
          <a:prstGeom prst="rect">
            <a:avLst/>
          </a:prstGeom>
          <a:noFill/>
          <a:ln>
            <a:noFill/>
          </a:ln>
        </p:spPr>
      </p:pic>
      <p:pic>
        <p:nvPicPr>
          <p:cNvPr id="485" name="Google Shape;485;p10"/>
          <p:cNvPicPr preferRelativeResize="0"/>
          <p:nvPr/>
        </p:nvPicPr>
        <p:blipFill rotWithShape="1">
          <a:blip r:embed="rId2"/>
          <a:srcRect/>
          <a:stretch>
            <a:fillRect/>
          </a:stretch>
        </p:blipFill>
        <p:spPr>
          <a:xfrm>
            <a:off x="5730631" y="1806994"/>
            <a:ext cx="5654429" cy="606318"/>
          </a:xfrm>
          <a:prstGeom prst="rect">
            <a:avLst/>
          </a:prstGeom>
          <a:noFill/>
          <a:ln>
            <a:noFill/>
          </a:ln>
        </p:spPr>
      </p:pic>
      <p:pic>
        <p:nvPicPr>
          <p:cNvPr id="486" name="Google Shape;486;p10" descr="Ein Bild, das Text enthält.&#10;&#10;Beschreibung automatisch generiert."/>
          <p:cNvPicPr preferRelativeResize="0"/>
          <p:nvPr/>
        </p:nvPicPr>
        <p:blipFill rotWithShape="1">
          <a:blip r:embed="rId3"/>
          <a:srcRect/>
          <a:stretch>
            <a:fillRect/>
          </a:stretch>
        </p:blipFill>
        <p:spPr>
          <a:xfrm>
            <a:off x="435707" y="3508420"/>
            <a:ext cx="10949353" cy="544544"/>
          </a:xfrm>
          <a:prstGeom prst="rect">
            <a:avLst/>
          </a:prstGeom>
          <a:noFill/>
          <a:ln>
            <a:noFill/>
          </a:ln>
        </p:spPr>
      </p:pic>
      <p:pic>
        <p:nvPicPr>
          <p:cNvPr id="487" name="Google Shape;487;p10"/>
          <p:cNvPicPr preferRelativeResize="0"/>
          <p:nvPr/>
        </p:nvPicPr>
        <p:blipFill rotWithShape="1">
          <a:blip r:embed="rId4"/>
          <a:srcRect/>
          <a:stretch>
            <a:fillRect/>
          </a:stretch>
        </p:blipFill>
        <p:spPr>
          <a:xfrm>
            <a:off x="5730630" y="4052327"/>
            <a:ext cx="5654431" cy="609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91" name="Shape 491"/>
        <p:cNvGrpSpPr/>
        <p:nvPr/>
      </p:nvGrpSpPr>
      <p:grpSpPr>
        <a:xfrm>
          <a:off x="0" y="0"/>
          <a:ext cx="0" cy="0"/>
          <a:chOff x="0" y="0"/>
          <a:chExt cx="0" cy="0"/>
        </a:xfrm>
      </p:grpSpPr>
      <p:sp>
        <p:nvSpPr>
          <p:cNvPr id="492" name="Google Shape;492;p11"/>
          <p:cNvSpPr txBox="1"/>
          <p:nvPr>
            <p:ph type="sldNum" idx="12"/>
          </p:nvPr>
        </p:nvSpPr>
        <p:spPr>
          <a:xfrm>
            <a:off x="11047046" y="6184167"/>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493" name="Google Shape;493;p11"/>
          <p:cNvSpPr txBox="1"/>
          <p:nvPr/>
        </p:nvSpPr>
        <p:spPr>
          <a:xfrm>
            <a:off x="-355600" y="240323"/>
            <a:ext cx="792089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e-DE" sz="2400">
                <a:solidFill>
                  <a:schemeClr val="accent1"/>
                </a:solidFill>
                <a:latin typeface="Century Gothic" panose="020B0502020202020204"/>
                <a:ea typeface="Century Gothic" panose="020B0502020202020204"/>
                <a:cs typeface="Century Gothic" panose="020B0502020202020204"/>
                <a:sym typeface="Century Gothic" panose="020B0502020202020204"/>
              </a:rPr>
              <a:t>Einführen der MTA (</a:t>
            </a:r>
            <a:r>
              <a:rPr lang="de-DE" sz="2400" b="1">
                <a:solidFill>
                  <a:schemeClr val="accent1"/>
                </a:solidFill>
                <a:latin typeface="Century Gothic" panose="020B0502020202020204"/>
                <a:ea typeface="Century Gothic" panose="020B0502020202020204"/>
                <a:cs typeface="Century Gothic" panose="020B0502020202020204"/>
                <a:sym typeface="Century Gothic" panose="020B0502020202020204"/>
              </a:rPr>
              <a:t>M</a:t>
            </a:r>
            <a:r>
              <a:rPr lang="de-DE" sz="2400">
                <a:solidFill>
                  <a:schemeClr val="accent1"/>
                </a:solidFill>
                <a:latin typeface="Century Gothic" panose="020B0502020202020204"/>
                <a:ea typeface="Century Gothic" panose="020B0502020202020204"/>
                <a:cs typeface="Century Gothic" panose="020B0502020202020204"/>
                <a:sym typeface="Century Gothic" panose="020B0502020202020204"/>
              </a:rPr>
              <a:t>eilenstein</a:t>
            </a:r>
            <a:r>
              <a:rPr lang="de-DE" sz="2400" b="1">
                <a:solidFill>
                  <a:schemeClr val="accent1"/>
                </a:solidFill>
                <a:latin typeface="Century Gothic" panose="020B0502020202020204"/>
                <a:ea typeface="Century Gothic" panose="020B0502020202020204"/>
                <a:cs typeface="Century Gothic" panose="020B0502020202020204"/>
                <a:sym typeface="Century Gothic" panose="020B0502020202020204"/>
              </a:rPr>
              <a:t>t</a:t>
            </a:r>
            <a:r>
              <a:rPr lang="de-DE" sz="2400">
                <a:solidFill>
                  <a:schemeClr val="accent1"/>
                </a:solidFill>
                <a:latin typeface="Century Gothic" panose="020B0502020202020204"/>
                <a:ea typeface="Century Gothic" panose="020B0502020202020204"/>
                <a:cs typeface="Century Gothic" panose="020B0502020202020204"/>
                <a:sym typeface="Century Gothic" panose="020B0502020202020204"/>
              </a:rPr>
              <a:t>rend</a:t>
            </a:r>
            <a:r>
              <a:rPr lang="de-DE" sz="2400" b="1">
                <a:solidFill>
                  <a:schemeClr val="accent1"/>
                </a:solidFill>
                <a:latin typeface="Century Gothic" panose="020B0502020202020204"/>
                <a:ea typeface="Century Gothic" panose="020B0502020202020204"/>
                <a:cs typeface="Century Gothic" panose="020B0502020202020204"/>
                <a:sym typeface="Century Gothic" panose="020B0502020202020204"/>
              </a:rPr>
              <a:t>a</a:t>
            </a:r>
            <a:r>
              <a:rPr lang="de-DE" sz="2400">
                <a:solidFill>
                  <a:schemeClr val="accent1"/>
                </a:solidFill>
                <a:latin typeface="Century Gothic" panose="020B0502020202020204"/>
                <a:ea typeface="Century Gothic" panose="020B0502020202020204"/>
                <a:cs typeface="Century Gothic" panose="020B0502020202020204"/>
                <a:sym typeface="Century Gothic" panose="020B0502020202020204"/>
              </a:rPr>
              <a:t>nalyse)</a:t>
            </a:r>
            <a:endParaRPr sz="2400">
              <a:solidFill>
                <a:schemeClr val="accen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494" name="Google Shape;494;p11"/>
          <p:cNvPicPr preferRelativeResize="0"/>
          <p:nvPr/>
        </p:nvPicPr>
        <p:blipFill rotWithShape="1">
          <a:blip r:embed="rId1"/>
          <a:srcRect/>
          <a:stretch>
            <a:fillRect/>
          </a:stretch>
        </p:blipFill>
        <p:spPr>
          <a:xfrm>
            <a:off x="338016" y="697262"/>
            <a:ext cx="10451121" cy="60398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98" name="Shape 498"/>
        <p:cNvGrpSpPr/>
        <p:nvPr/>
      </p:nvGrpSpPr>
      <p:grpSpPr>
        <a:xfrm>
          <a:off x="0" y="0"/>
          <a:ext cx="0" cy="0"/>
          <a:chOff x="0" y="0"/>
          <a:chExt cx="0" cy="0"/>
        </a:xfrm>
      </p:grpSpPr>
      <p:sp>
        <p:nvSpPr>
          <p:cNvPr id="499" name="Google Shape;499;p12"/>
          <p:cNvSpPr txBox="1"/>
          <p:nvPr/>
        </p:nvSpPr>
        <p:spPr>
          <a:xfrm>
            <a:off x="677269" y="-66298"/>
            <a:ext cx="3643674" cy="1905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FFFFFF"/>
              </a:buClr>
              <a:buSzPts val="2800"/>
              <a:buFont typeface="Century Gothic" panose="020B0502020202020204"/>
              <a:buNone/>
            </a:pPr>
            <a:r>
              <a:rPr lang="de-DE" sz="2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rPr>
              <a:t>GEWERK: SPS</a:t>
            </a:r>
            <a:endParaRPr lang="de-DE" sz="2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00" name="Google Shape;500;p12"/>
          <p:cNvSpPr txBox="1"/>
          <p:nvPr/>
        </p:nvSpPr>
        <p:spPr>
          <a:xfrm>
            <a:off x="677269" y="1487914"/>
            <a:ext cx="7634022" cy="33636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Entwickeln von Konzepten für die SPS</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Betriebskopf</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Handbetrieb</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Ablage_Zähler</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Automatikbetrieb</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Entwickeln von Petrinetzen  für SPS</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Testen &amp; Fehlerbehebung des </a:t>
            </a: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Hand und Automatikbetriebs</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lnSpc>
                <a:spcPct val="150000"/>
              </a:lnSpc>
              <a:spcBef>
                <a:spcPts val="0"/>
              </a:spcBef>
              <a:spcAft>
                <a:spcPts val="0"/>
              </a:spcAft>
              <a:buClr>
                <a:schemeClr val="lt1"/>
              </a:buClr>
              <a:buSzPts val="1800"/>
              <a:buFont typeface="Arial" panose="020B0604020202090204"/>
              <a:buNone/>
            </a:pPr>
            <a:endParaRPr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501" name="Google Shape;501;p12"/>
          <p:cNvPicPr preferRelativeResize="0"/>
          <p:nvPr/>
        </p:nvPicPr>
        <p:blipFill rotWithShape="1">
          <a:blip r:embed="rId1"/>
          <a:srcRect/>
          <a:stretch>
            <a:fillRect/>
          </a:stretch>
        </p:blipFill>
        <p:spPr>
          <a:xfrm>
            <a:off x="7758753" y="487036"/>
            <a:ext cx="4088248" cy="6022945"/>
          </a:xfrm>
          <a:prstGeom prst="rect">
            <a:avLst/>
          </a:prstGeom>
          <a:noFill/>
          <a:ln>
            <a:noFill/>
          </a:ln>
        </p:spPr>
      </p:pic>
      <p:sp>
        <p:nvSpPr>
          <p:cNvPr id="502" name="Google Shape;502;p12"/>
          <p:cNvSpPr txBox="1"/>
          <p:nvPr>
            <p:ph type="sldNum" idx="12"/>
          </p:nvPr>
        </p:nvSpPr>
        <p:spPr>
          <a:xfrm>
            <a:off x="11047046" y="6320937"/>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06" name="Shape 506"/>
        <p:cNvGrpSpPr/>
        <p:nvPr/>
      </p:nvGrpSpPr>
      <p:grpSpPr>
        <a:xfrm>
          <a:off x="0" y="0"/>
          <a:ext cx="0" cy="0"/>
          <a:chOff x="0" y="0"/>
          <a:chExt cx="0" cy="0"/>
        </a:xfrm>
      </p:grpSpPr>
      <p:sp>
        <p:nvSpPr>
          <p:cNvPr id="507" name="Google Shape;507;p13"/>
          <p:cNvSpPr txBox="1"/>
          <p:nvPr>
            <p:ph type="title"/>
          </p:nvPr>
        </p:nvSpPr>
        <p:spPr>
          <a:xfrm>
            <a:off x="217807" y="0"/>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200"/>
              <a:buFont typeface="Century Gothic" panose="020B0502020202020204"/>
              <a:buNone/>
            </a:pPr>
            <a:r>
              <a:rPr lang="de-DE" sz="3200"/>
              <a:t>KOMMUNIKATION</a:t>
            </a:r>
            <a:r>
              <a:rPr lang="de-DE"/>
              <a:t> </a:t>
            </a:r>
            <a:endParaRPr lang="de-DE"/>
          </a:p>
        </p:txBody>
      </p:sp>
      <p:pic>
        <p:nvPicPr>
          <p:cNvPr id="508" name="Google Shape;508;p13"/>
          <p:cNvPicPr preferRelativeResize="0"/>
          <p:nvPr/>
        </p:nvPicPr>
        <p:blipFill rotWithShape="1">
          <a:blip r:embed="rId1"/>
          <a:srcRect/>
          <a:stretch>
            <a:fillRect/>
          </a:stretch>
        </p:blipFill>
        <p:spPr>
          <a:xfrm>
            <a:off x="6614033" y="308537"/>
            <a:ext cx="4410107" cy="5632999"/>
          </a:xfrm>
          <a:prstGeom prst="rect">
            <a:avLst/>
          </a:prstGeom>
          <a:noFill/>
          <a:ln>
            <a:noFill/>
          </a:ln>
        </p:spPr>
      </p:pic>
      <p:sp>
        <p:nvSpPr>
          <p:cNvPr id="509" name="Google Shape;509;p13"/>
          <p:cNvSpPr txBox="1"/>
          <p:nvPr/>
        </p:nvSpPr>
        <p:spPr>
          <a:xfrm>
            <a:off x="58981" y="2254349"/>
            <a:ext cx="6170780" cy="8706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FFFFFF"/>
              </a:buClr>
              <a:buSzPts val="1800"/>
              <a:buFont typeface="Arial" panose="020B0604020202090204"/>
              <a:buChar char="•"/>
            </a:pPr>
            <a:r>
              <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rPr>
              <a:t>Datenbaustein(DB) in SPS erstellen</a:t>
            </a:r>
            <a:endPar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rgbClr val="FFFFFF"/>
              </a:buClr>
              <a:buSzPts val="1800"/>
              <a:buFont typeface="Arial" panose="020B0604020202090204"/>
              <a:buChar char="•"/>
            </a:pPr>
            <a:r>
              <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rPr>
              <a:t>Ein- und Ausgänge</a:t>
            </a:r>
            <a:endPar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10" name="Google Shape;510;p13"/>
          <p:cNvSpPr txBox="1"/>
          <p:nvPr>
            <p:ph type="sldNum" idx="12"/>
          </p:nvPr>
        </p:nvSpPr>
        <p:spPr>
          <a:xfrm>
            <a:off x="11047046" y="6262321"/>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14" name="Shape 514"/>
        <p:cNvGrpSpPr/>
        <p:nvPr/>
      </p:nvGrpSpPr>
      <p:grpSpPr>
        <a:xfrm>
          <a:off x="0" y="0"/>
          <a:ext cx="0" cy="0"/>
          <a:chOff x="0" y="0"/>
          <a:chExt cx="0" cy="0"/>
        </a:xfrm>
      </p:grpSpPr>
      <p:pic>
        <p:nvPicPr>
          <p:cNvPr id="515" name="Google Shape;515;p14"/>
          <p:cNvPicPr preferRelativeResize="0"/>
          <p:nvPr/>
        </p:nvPicPr>
        <p:blipFill rotWithShape="1">
          <a:blip r:embed="rId1"/>
          <a:srcRect/>
          <a:stretch>
            <a:fillRect/>
          </a:stretch>
        </p:blipFill>
        <p:spPr>
          <a:xfrm>
            <a:off x="3162300" y="1365738"/>
            <a:ext cx="9029700" cy="4867275"/>
          </a:xfrm>
          <a:prstGeom prst="rect">
            <a:avLst/>
          </a:prstGeom>
          <a:noFill/>
          <a:ln>
            <a:noFill/>
          </a:ln>
        </p:spPr>
      </p:pic>
      <p:sp>
        <p:nvSpPr>
          <p:cNvPr id="516" name="Google Shape;516;p14"/>
          <p:cNvSpPr txBox="1"/>
          <p:nvPr/>
        </p:nvSpPr>
        <p:spPr>
          <a:xfrm>
            <a:off x="58981" y="1706805"/>
            <a:ext cx="6170780" cy="128618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FFFFFF"/>
              </a:buClr>
              <a:buSzPts val="1800"/>
              <a:buFont typeface="Arial" panose="020B0604020202090204"/>
              <a:buChar char="•"/>
            </a:pPr>
            <a:r>
              <a:rPr lang="de-DE" sz="1800">
                <a:solidFill>
                  <a:srgbClr val="FFFFFF"/>
                </a:solidFill>
                <a:latin typeface="Century Gothic" panose="020B0502020202020204"/>
                <a:ea typeface="Century Gothic" panose="020B0502020202020204"/>
                <a:cs typeface="Century Gothic" panose="020B0502020202020204"/>
                <a:sym typeface="Century Gothic" panose="020B0502020202020204"/>
              </a:rPr>
              <a:t>Handbetrieb</a:t>
            </a:r>
            <a:endParaRPr lang="de-DE" sz="1800">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rgbClr val="FFFFFF"/>
              </a:buClr>
              <a:buSzPts val="1800"/>
              <a:buFont typeface="Arial" panose="020B0604020202090204"/>
              <a:buChar char="•"/>
            </a:pPr>
            <a:r>
              <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rPr>
              <a:t>Automatikbetrie</a:t>
            </a:r>
            <a:r>
              <a:rPr lang="de-DE" sz="1800">
                <a:solidFill>
                  <a:srgbClr val="FFFFFF"/>
                </a:solidFill>
                <a:latin typeface="Century Gothic" panose="020B0502020202020204"/>
                <a:ea typeface="Century Gothic" panose="020B0502020202020204"/>
                <a:cs typeface="Century Gothic" panose="020B0502020202020204"/>
                <a:sym typeface="Century Gothic" panose="020B0502020202020204"/>
              </a:rPr>
              <a:t>b</a:t>
            </a:r>
            <a:endParaRPr lang="de-DE" sz="1800">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rgbClr val="FFFFFF"/>
              </a:buClr>
              <a:buSzPts val="1800"/>
              <a:buFont typeface="Arial" panose="020B0604020202090204"/>
              <a:buChar char="•"/>
            </a:pPr>
            <a:r>
              <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rPr>
              <a:t>Notaus</a:t>
            </a:r>
            <a:endPar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17" name="Google Shape;517;p14"/>
          <p:cNvSpPr txBox="1"/>
          <p:nvPr/>
        </p:nvSpPr>
        <p:spPr>
          <a:xfrm>
            <a:off x="435873" y="105888"/>
            <a:ext cx="441934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3200">
                <a:solidFill>
                  <a:schemeClr val="lt1"/>
                </a:solidFill>
                <a:latin typeface="Century Gothic" panose="020B0502020202020204"/>
                <a:ea typeface="Century Gothic" panose="020B0502020202020204"/>
                <a:cs typeface="Century Gothic" panose="020B0502020202020204"/>
                <a:sym typeface="Century Gothic" panose="020B0502020202020204"/>
              </a:rPr>
              <a:t>SPS_BETRIEBSKOPF</a:t>
            </a:r>
            <a:endParaRPr lang="de-DE" sz="32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18" name="Google Shape;518;p14"/>
          <p:cNvSpPr txBox="1"/>
          <p:nvPr>
            <p:ph type="sldNum" idx="12"/>
          </p:nvPr>
        </p:nvSpPr>
        <p:spPr>
          <a:xfrm>
            <a:off x="10988431" y="623301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22" name="Shape 522"/>
        <p:cNvGrpSpPr/>
        <p:nvPr/>
      </p:nvGrpSpPr>
      <p:grpSpPr>
        <a:xfrm>
          <a:off x="0" y="0"/>
          <a:ext cx="0" cy="0"/>
          <a:chOff x="0" y="0"/>
          <a:chExt cx="0" cy="0"/>
        </a:xfrm>
      </p:grpSpPr>
      <p:sp>
        <p:nvSpPr>
          <p:cNvPr id="523" name="Google Shape;523;p15"/>
          <p:cNvSpPr txBox="1"/>
          <p:nvPr/>
        </p:nvSpPr>
        <p:spPr>
          <a:xfrm>
            <a:off x="217807" y="0"/>
            <a:ext cx="8534400" cy="1507067"/>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lt1"/>
              </a:buClr>
              <a:buSzPts val="3600"/>
              <a:buFont typeface="Century Gothic" panose="020B0502020202020204"/>
              <a:buNone/>
            </a:pPr>
            <a:r>
              <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rPr>
              <a:t>SPS_HANDBETRIEB</a:t>
            </a:r>
            <a:endParaRPr sz="36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524" name="Google Shape;524;p15"/>
          <p:cNvPicPr preferRelativeResize="0"/>
          <p:nvPr/>
        </p:nvPicPr>
        <p:blipFill rotWithShape="1">
          <a:blip r:embed="rId1"/>
          <a:srcRect/>
          <a:stretch>
            <a:fillRect/>
          </a:stretch>
        </p:blipFill>
        <p:spPr>
          <a:xfrm>
            <a:off x="4227623" y="546588"/>
            <a:ext cx="7896283" cy="2981347"/>
          </a:xfrm>
          <a:prstGeom prst="rect">
            <a:avLst/>
          </a:prstGeom>
          <a:noFill/>
          <a:ln>
            <a:noFill/>
          </a:ln>
        </p:spPr>
      </p:pic>
      <p:pic>
        <p:nvPicPr>
          <p:cNvPr id="525" name="Google Shape;525;p15"/>
          <p:cNvPicPr preferRelativeResize="0"/>
          <p:nvPr/>
        </p:nvPicPr>
        <p:blipFill rotWithShape="1">
          <a:blip r:embed="rId2"/>
          <a:srcRect/>
          <a:stretch>
            <a:fillRect/>
          </a:stretch>
        </p:blipFill>
        <p:spPr>
          <a:xfrm>
            <a:off x="4991352" y="1064822"/>
            <a:ext cx="940110" cy="397739"/>
          </a:xfrm>
          <a:prstGeom prst="rect">
            <a:avLst/>
          </a:prstGeom>
          <a:noFill/>
          <a:ln>
            <a:noFill/>
          </a:ln>
        </p:spPr>
      </p:pic>
      <p:cxnSp>
        <p:nvCxnSpPr>
          <p:cNvPr id="526" name="Google Shape;526;p15"/>
          <p:cNvCxnSpPr/>
          <p:nvPr/>
        </p:nvCxnSpPr>
        <p:spPr>
          <a:xfrm rot="10800000" flipH="1">
            <a:off x="5195087" y="1367554"/>
            <a:ext cx="145656" cy="428878"/>
          </a:xfrm>
          <a:prstGeom prst="straightConnector1">
            <a:avLst/>
          </a:prstGeom>
          <a:noFill/>
          <a:ln w="28575" cap="flat" cmpd="sng">
            <a:solidFill>
              <a:srgbClr val="FFC000">
                <a:alpha val="60000"/>
              </a:srgbClr>
            </a:solidFill>
            <a:prstDash val="solid"/>
            <a:round/>
            <a:headEnd type="none" w="sm" len="sm"/>
            <a:tailEnd type="triangle" w="med" len="med"/>
          </a:ln>
        </p:spPr>
      </p:cxnSp>
      <p:pic>
        <p:nvPicPr>
          <p:cNvPr id="527" name="Google Shape;527;p15"/>
          <p:cNvPicPr preferRelativeResize="0"/>
          <p:nvPr/>
        </p:nvPicPr>
        <p:blipFill rotWithShape="1">
          <a:blip r:embed="rId3"/>
          <a:srcRect/>
          <a:stretch>
            <a:fillRect/>
          </a:stretch>
        </p:blipFill>
        <p:spPr>
          <a:xfrm>
            <a:off x="6531715" y="3599871"/>
            <a:ext cx="4819685" cy="2933721"/>
          </a:xfrm>
          <a:prstGeom prst="rect">
            <a:avLst/>
          </a:prstGeom>
          <a:noFill/>
          <a:ln>
            <a:noFill/>
          </a:ln>
        </p:spPr>
      </p:pic>
      <p:sp>
        <p:nvSpPr>
          <p:cNvPr id="528" name="Google Shape;528;p15"/>
          <p:cNvSpPr txBox="1"/>
          <p:nvPr/>
        </p:nvSpPr>
        <p:spPr>
          <a:xfrm>
            <a:off x="4727047" y="5172501"/>
            <a:ext cx="240883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Linearachse</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29" name="Google Shape;529;p15"/>
          <p:cNvSpPr txBox="1"/>
          <p:nvPr>
            <p:ph type="sldNum" idx="12"/>
          </p:nvPr>
        </p:nvSpPr>
        <p:spPr>
          <a:xfrm>
            <a:off x="11047046" y="6203706"/>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33" name="Shape 533"/>
        <p:cNvGrpSpPr/>
        <p:nvPr/>
      </p:nvGrpSpPr>
      <p:grpSpPr>
        <a:xfrm>
          <a:off x="0" y="0"/>
          <a:ext cx="0" cy="0"/>
          <a:chOff x="0" y="0"/>
          <a:chExt cx="0" cy="0"/>
        </a:xfrm>
      </p:grpSpPr>
      <p:sp>
        <p:nvSpPr>
          <p:cNvPr id="534" name="Google Shape;534;p16"/>
          <p:cNvSpPr txBox="1"/>
          <p:nvPr>
            <p:ph type="title"/>
          </p:nvPr>
        </p:nvSpPr>
        <p:spPr>
          <a:xfrm>
            <a:off x="176212" y="-182360"/>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a:t>ABLAGE_ZÄHLER</a:t>
            </a:r>
            <a:endParaRPr lang="de-DE"/>
          </a:p>
        </p:txBody>
      </p:sp>
      <p:sp>
        <p:nvSpPr>
          <p:cNvPr id="535" name="Google Shape;535;p16"/>
          <p:cNvSpPr txBox="1"/>
          <p:nvPr/>
        </p:nvSpPr>
        <p:spPr>
          <a:xfrm>
            <a:off x="375509" y="1776642"/>
            <a:ext cx="5418661" cy="2117183"/>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Aufnahme der Werkstücke von Ablage 1 oder Ablage 2</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Transport zum RFID, Puffer oder Endablage</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Abladen der Werkstücke an genannten Positionen</a:t>
            </a: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 </a:t>
            </a:r>
            <a:endParaRPr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536" name="Google Shape;536;p16"/>
          <p:cNvPicPr preferRelativeResize="0"/>
          <p:nvPr/>
        </p:nvPicPr>
        <p:blipFill rotWithShape="1">
          <a:blip r:embed="rId1"/>
          <a:srcRect/>
          <a:stretch>
            <a:fillRect/>
          </a:stretch>
        </p:blipFill>
        <p:spPr>
          <a:xfrm>
            <a:off x="6916964" y="209550"/>
            <a:ext cx="4991100" cy="2532681"/>
          </a:xfrm>
          <a:prstGeom prst="rect">
            <a:avLst/>
          </a:prstGeom>
          <a:noFill/>
          <a:ln>
            <a:noFill/>
          </a:ln>
        </p:spPr>
      </p:pic>
      <p:sp>
        <p:nvSpPr>
          <p:cNvPr id="537" name="Google Shape;537;p16"/>
          <p:cNvSpPr txBox="1"/>
          <p:nvPr/>
        </p:nvSpPr>
        <p:spPr>
          <a:xfrm>
            <a:off x="641011" y="1282461"/>
            <a:ext cx="4419635"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2200"/>
              <a:buFont typeface="Century Gothic" panose="020B0502020202020204"/>
              <a:buNone/>
            </a:pPr>
            <a:r>
              <a:rPr lang="de-DE" sz="2200" b="0" i="0" u="sng"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rPr>
              <a:t>Aufgaben des Roboterarms</a:t>
            </a:r>
            <a:endParaRPr lang="de-DE" sz="2200" b="0" i="0" u="sng"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538" name="Google Shape;538;p16"/>
          <p:cNvPicPr preferRelativeResize="0"/>
          <p:nvPr/>
        </p:nvPicPr>
        <p:blipFill rotWithShape="1">
          <a:blip r:embed="rId2"/>
          <a:srcRect/>
          <a:stretch>
            <a:fillRect/>
          </a:stretch>
        </p:blipFill>
        <p:spPr>
          <a:xfrm>
            <a:off x="6397832" y="3571542"/>
            <a:ext cx="5676942" cy="1952639"/>
          </a:xfrm>
          <a:prstGeom prst="rect">
            <a:avLst/>
          </a:prstGeom>
          <a:noFill/>
          <a:ln>
            <a:noFill/>
          </a:ln>
        </p:spPr>
      </p:pic>
      <p:sp>
        <p:nvSpPr>
          <p:cNvPr id="539" name="Google Shape;539;p16"/>
          <p:cNvSpPr txBox="1"/>
          <p:nvPr>
            <p:ph type="sldNum" idx="12"/>
          </p:nvPr>
        </p:nvSpPr>
        <p:spPr>
          <a:xfrm>
            <a:off x="11047046" y="623301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43" name="Shape 543"/>
        <p:cNvGrpSpPr/>
        <p:nvPr/>
      </p:nvGrpSpPr>
      <p:grpSpPr>
        <a:xfrm>
          <a:off x="0" y="0"/>
          <a:ext cx="0" cy="0"/>
          <a:chOff x="0" y="0"/>
          <a:chExt cx="0" cy="0"/>
        </a:xfrm>
      </p:grpSpPr>
      <p:sp>
        <p:nvSpPr>
          <p:cNvPr id="544" name="Google Shape;544;p17"/>
          <p:cNvSpPr txBox="1"/>
          <p:nvPr/>
        </p:nvSpPr>
        <p:spPr>
          <a:xfrm>
            <a:off x="58981" y="2254349"/>
            <a:ext cx="6170780" cy="45518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Abladen der Werkstücke an </a:t>
            </a: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Puffer-Position</a:t>
            </a:r>
            <a:endParaRPr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45" name="Google Shape;545;p17"/>
          <p:cNvSpPr txBox="1"/>
          <p:nvPr/>
        </p:nvSpPr>
        <p:spPr>
          <a:xfrm>
            <a:off x="641011" y="1282461"/>
            <a:ext cx="4419635"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2200"/>
              <a:buFont typeface="Century Gothic" panose="020B0502020202020204"/>
              <a:buNone/>
            </a:pPr>
            <a:r>
              <a:rPr lang="de-DE" sz="2200" b="0" i="0" u="sng"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rPr>
              <a:t>Aufgaben des Roboterarms</a:t>
            </a:r>
            <a:endParaRPr lang="de-DE" sz="2200" b="0" i="0" u="sng"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546" name="Google Shape;546;p17"/>
          <p:cNvPicPr preferRelativeResize="0"/>
          <p:nvPr/>
        </p:nvPicPr>
        <p:blipFill rotWithShape="1">
          <a:blip r:embed="rId1"/>
          <a:srcRect/>
          <a:stretch>
            <a:fillRect/>
          </a:stretch>
        </p:blipFill>
        <p:spPr>
          <a:xfrm>
            <a:off x="7917542" y="661164"/>
            <a:ext cx="4075133" cy="2343293"/>
          </a:xfrm>
          <a:prstGeom prst="rect">
            <a:avLst/>
          </a:prstGeom>
          <a:noFill/>
          <a:ln>
            <a:noFill/>
          </a:ln>
        </p:spPr>
      </p:pic>
      <p:sp>
        <p:nvSpPr>
          <p:cNvPr id="547" name="Google Shape;547;p17"/>
          <p:cNvSpPr txBox="1"/>
          <p:nvPr/>
        </p:nvSpPr>
        <p:spPr>
          <a:xfrm>
            <a:off x="285395" y="4889638"/>
            <a:ext cx="6170780" cy="45518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Abladen der Werkstücke an </a:t>
            </a: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Endablagen-Position</a:t>
            </a:r>
            <a:endParaRPr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548" name="Google Shape;548;p17"/>
          <p:cNvPicPr preferRelativeResize="0"/>
          <p:nvPr/>
        </p:nvPicPr>
        <p:blipFill rotWithShape="1">
          <a:blip r:embed="rId2"/>
          <a:srcRect/>
          <a:stretch>
            <a:fillRect/>
          </a:stretch>
        </p:blipFill>
        <p:spPr>
          <a:xfrm>
            <a:off x="7917541" y="4009729"/>
            <a:ext cx="4075133" cy="2436597"/>
          </a:xfrm>
          <a:prstGeom prst="rect">
            <a:avLst/>
          </a:prstGeom>
          <a:noFill/>
          <a:ln>
            <a:noFill/>
          </a:ln>
        </p:spPr>
      </p:pic>
      <p:sp>
        <p:nvSpPr>
          <p:cNvPr id="549" name="Google Shape;549;p17"/>
          <p:cNvSpPr txBox="1"/>
          <p:nvPr>
            <p:ph type="sldNum" idx="12"/>
          </p:nvPr>
        </p:nvSpPr>
        <p:spPr>
          <a:xfrm>
            <a:off x="11047046" y="6291629"/>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53" name="Shape 553"/>
        <p:cNvGrpSpPr/>
        <p:nvPr/>
      </p:nvGrpSpPr>
      <p:grpSpPr>
        <a:xfrm>
          <a:off x="0" y="0"/>
          <a:ext cx="0" cy="0"/>
          <a:chOff x="0" y="0"/>
          <a:chExt cx="0" cy="0"/>
        </a:xfrm>
      </p:grpSpPr>
      <p:sp>
        <p:nvSpPr>
          <p:cNvPr id="554" name="Google Shape;554;p18"/>
          <p:cNvSpPr txBox="1"/>
          <p:nvPr>
            <p:ph type="title"/>
          </p:nvPr>
        </p:nvSpPr>
        <p:spPr>
          <a:xfrm>
            <a:off x="93543" y="-147143"/>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sz="3600"/>
              <a:t>SPS_AUTOMATIKBETRIEB</a:t>
            </a:r>
            <a:endParaRPr lang="de-DE" sz="3600"/>
          </a:p>
        </p:txBody>
      </p:sp>
      <p:pic>
        <p:nvPicPr>
          <p:cNvPr id="555" name="Google Shape;555;p18"/>
          <p:cNvPicPr preferRelativeResize="0"/>
          <p:nvPr/>
        </p:nvPicPr>
        <p:blipFill rotWithShape="1">
          <a:blip r:embed="rId1"/>
          <a:srcRect/>
          <a:stretch>
            <a:fillRect/>
          </a:stretch>
        </p:blipFill>
        <p:spPr>
          <a:xfrm>
            <a:off x="5900057" y="1050925"/>
            <a:ext cx="6198400" cy="5001532"/>
          </a:xfrm>
          <a:prstGeom prst="rect">
            <a:avLst/>
          </a:prstGeom>
          <a:noFill/>
          <a:ln>
            <a:noFill/>
          </a:ln>
        </p:spPr>
      </p:pic>
      <p:sp>
        <p:nvSpPr>
          <p:cNvPr id="556" name="Google Shape;556;p18"/>
          <p:cNvSpPr txBox="1"/>
          <p:nvPr>
            <p:ph type="sldNum" idx="12"/>
          </p:nvPr>
        </p:nvSpPr>
        <p:spPr>
          <a:xfrm>
            <a:off x="11017738" y="6213475"/>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557" name="Google Shape;557;p18"/>
          <p:cNvSpPr txBox="1"/>
          <p:nvPr/>
        </p:nvSpPr>
        <p:spPr>
          <a:xfrm>
            <a:off x="93543" y="2951526"/>
            <a:ext cx="5195086" cy="147732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 Möglichst paralleler Ablauf</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Logische Verknüpfung zwischen allen Teilen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61" name="Shape 561"/>
        <p:cNvGrpSpPr/>
        <p:nvPr/>
      </p:nvGrpSpPr>
      <p:grpSpPr>
        <a:xfrm>
          <a:off x="0" y="0"/>
          <a:ext cx="0" cy="0"/>
          <a:chOff x="0" y="0"/>
          <a:chExt cx="0" cy="0"/>
        </a:xfrm>
      </p:grpSpPr>
      <p:sp>
        <p:nvSpPr>
          <p:cNvPr id="562" name="Google Shape;562;p19"/>
          <p:cNvSpPr txBox="1"/>
          <p:nvPr>
            <p:ph type="title"/>
          </p:nvPr>
        </p:nvSpPr>
        <p:spPr>
          <a:xfrm>
            <a:off x="187122" y="0"/>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a:t>ZUFALLSGENERATOR</a:t>
            </a:r>
            <a:endParaRPr lang="de-DE"/>
          </a:p>
        </p:txBody>
      </p:sp>
      <p:pic>
        <p:nvPicPr>
          <p:cNvPr id="563" name="Google Shape;563;p19"/>
          <p:cNvPicPr preferRelativeResize="0"/>
          <p:nvPr/>
        </p:nvPicPr>
        <p:blipFill rotWithShape="1">
          <a:blip r:embed="rId1"/>
          <a:srcRect/>
          <a:stretch>
            <a:fillRect/>
          </a:stretch>
        </p:blipFill>
        <p:spPr>
          <a:xfrm>
            <a:off x="5973476" y="91420"/>
            <a:ext cx="6159543" cy="3517026"/>
          </a:xfrm>
          <a:prstGeom prst="rect">
            <a:avLst/>
          </a:prstGeom>
          <a:noFill/>
          <a:ln>
            <a:noFill/>
          </a:ln>
        </p:spPr>
      </p:pic>
      <p:sp>
        <p:nvSpPr>
          <p:cNvPr id="564" name="Google Shape;564;p19"/>
          <p:cNvSpPr txBox="1"/>
          <p:nvPr/>
        </p:nvSpPr>
        <p:spPr>
          <a:xfrm>
            <a:off x="345018" y="2327412"/>
            <a:ext cx="4629304" cy="32162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endParaRPr sz="1800" b="0" i="0" u="none" strike="noStrike" cap="small">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65" name="Google Shape;565;p19"/>
          <p:cNvSpPr txBox="1"/>
          <p:nvPr/>
        </p:nvSpPr>
        <p:spPr>
          <a:xfrm>
            <a:off x="187123" y="2308749"/>
            <a:ext cx="5226450" cy="45518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Farbzufallsgenerator</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66" name="Google Shape;566;p19"/>
          <p:cNvSpPr txBox="1"/>
          <p:nvPr/>
        </p:nvSpPr>
        <p:spPr>
          <a:xfrm>
            <a:off x="187122" y="4953567"/>
            <a:ext cx="5663420" cy="8706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RFID-Zufallsgenerator</a:t>
            </a:r>
            <a:endParaRPr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Qualität</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567" name="Google Shape;567;p19"/>
          <p:cNvPicPr preferRelativeResize="0"/>
          <p:nvPr/>
        </p:nvPicPr>
        <p:blipFill rotWithShape="1">
          <a:blip r:embed="rId2"/>
          <a:srcRect/>
          <a:stretch>
            <a:fillRect/>
          </a:stretch>
        </p:blipFill>
        <p:spPr>
          <a:xfrm>
            <a:off x="5973476" y="4020811"/>
            <a:ext cx="6218524" cy="2566949"/>
          </a:xfrm>
          <a:prstGeom prst="rect">
            <a:avLst/>
          </a:prstGeom>
          <a:noFill/>
          <a:ln>
            <a:noFill/>
          </a:ln>
        </p:spPr>
      </p:pic>
      <p:sp>
        <p:nvSpPr>
          <p:cNvPr id="568" name="Google Shape;568;p19"/>
          <p:cNvSpPr txBox="1"/>
          <p:nvPr>
            <p:ph type="sldNum" idx="12"/>
          </p:nvPr>
        </p:nvSpPr>
        <p:spPr>
          <a:xfrm>
            <a:off x="11086123" y="6291629"/>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72" name="Shape 572"/>
        <p:cNvGrpSpPr/>
        <p:nvPr/>
      </p:nvGrpSpPr>
      <p:grpSpPr>
        <a:xfrm>
          <a:off x="0" y="0"/>
          <a:ext cx="0" cy="0"/>
          <a:chOff x="0" y="0"/>
          <a:chExt cx="0" cy="0"/>
        </a:xfrm>
      </p:grpSpPr>
      <p:sp>
        <p:nvSpPr>
          <p:cNvPr id="573" name="Google Shape;573;p20"/>
          <p:cNvSpPr txBox="1"/>
          <p:nvPr>
            <p:ph type="sldNum" idx="12"/>
          </p:nvPr>
        </p:nvSpPr>
        <p:spPr>
          <a:xfrm>
            <a:off x="11047046" y="6213475"/>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pic>
        <p:nvPicPr>
          <p:cNvPr id="574" name="Google Shape;574;p20"/>
          <p:cNvPicPr preferRelativeResize="0"/>
          <p:nvPr/>
        </p:nvPicPr>
        <p:blipFill rotWithShape="1">
          <a:blip r:embed="rId1"/>
          <a:srcRect/>
          <a:stretch>
            <a:fillRect/>
          </a:stretch>
        </p:blipFill>
        <p:spPr>
          <a:xfrm>
            <a:off x="7947953" y="1575492"/>
            <a:ext cx="4114575" cy="4524062"/>
          </a:xfrm>
          <a:prstGeom prst="rect">
            <a:avLst/>
          </a:prstGeom>
          <a:noFill/>
          <a:ln>
            <a:noFill/>
          </a:ln>
        </p:spPr>
      </p:pic>
      <p:pic>
        <p:nvPicPr>
          <p:cNvPr id="575" name="Google Shape;575;p20"/>
          <p:cNvPicPr preferRelativeResize="0"/>
          <p:nvPr/>
        </p:nvPicPr>
        <p:blipFill rotWithShape="1">
          <a:blip r:embed="rId2"/>
          <a:srcRect/>
          <a:stretch>
            <a:fillRect/>
          </a:stretch>
        </p:blipFill>
        <p:spPr>
          <a:xfrm>
            <a:off x="4854100" y="1575492"/>
            <a:ext cx="3067229" cy="4836536"/>
          </a:xfrm>
          <a:prstGeom prst="rect">
            <a:avLst/>
          </a:prstGeom>
          <a:noFill/>
          <a:ln>
            <a:noFill/>
          </a:ln>
        </p:spPr>
      </p:pic>
      <p:pic>
        <p:nvPicPr>
          <p:cNvPr id="576" name="Google Shape;576;p20"/>
          <p:cNvPicPr preferRelativeResize="0"/>
          <p:nvPr/>
        </p:nvPicPr>
        <p:blipFill rotWithShape="1">
          <a:blip r:embed="rId3"/>
          <a:srcRect/>
          <a:stretch>
            <a:fillRect/>
          </a:stretch>
        </p:blipFill>
        <p:spPr>
          <a:xfrm>
            <a:off x="445520" y="3091996"/>
            <a:ext cx="3725130" cy="2821441"/>
          </a:xfrm>
          <a:prstGeom prst="rect">
            <a:avLst/>
          </a:prstGeom>
          <a:noFill/>
          <a:ln>
            <a:noFill/>
          </a:ln>
        </p:spPr>
      </p:pic>
      <p:cxnSp>
        <p:nvCxnSpPr>
          <p:cNvPr id="577" name="Google Shape;577;p20"/>
          <p:cNvCxnSpPr/>
          <p:nvPr/>
        </p:nvCxnSpPr>
        <p:spPr>
          <a:xfrm rot="10800000">
            <a:off x="7096715" y="1772156"/>
            <a:ext cx="3266485" cy="4224042"/>
          </a:xfrm>
          <a:prstGeom prst="straightConnector1">
            <a:avLst/>
          </a:prstGeom>
          <a:noFill/>
          <a:ln w="28575" cap="flat" cmpd="sng">
            <a:solidFill>
              <a:srgbClr val="FFC000">
                <a:alpha val="60000"/>
              </a:srgbClr>
            </a:solidFill>
            <a:prstDash val="solid"/>
            <a:round/>
            <a:headEnd type="none" w="sm" len="sm"/>
            <a:tailEnd type="triangle" w="med" len="med"/>
          </a:ln>
        </p:spPr>
      </p:cxnSp>
      <p:cxnSp>
        <p:nvCxnSpPr>
          <p:cNvPr id="578" name="Google Shape;578;p20"/>
          <p:cNvCxnSpPr>
            <a:stCxn id="575" idx="2"/>
          </p:cNvCxnSpPr>
          <p:nvPr/>
        </p:nvCxnSpPr>
        <p:spPr>
          <a:xfrm rot="10800000" flipH="1">
            <a:off x="6387714" y="4863428"/>
            <a:ext cx="2173800" cy="1548600"/>
          </a:xfrm>
          <a:prstGeom prst="straightConnector1">
            <a:avLst/>
          </a:prstGeom>
          <a:noFill/>
          <a:ln w="28575" cap="flat" cmpd="sng">
            <a:solidFill>
              <a:srgbClr val="FFC000">
                <a:alpha val="60000"/>
              </a:srgbClr>
            </a:solidFill>
            <a:prstDash val="solid"/>
            <a:round/>
            <a:headEnd type="none" w="sm" len="sm"/>
            <a:tailEnd type="triangle" w="med" len="med"/>
          </a:ln>
        </p:spPr>
      </p:cxnSp>
      <p:sp>
        <p:nvSpPr>
          <p:cNvPr id="579" name="Google Shape;579;p20"/>
          <p:cNvSpPr txBox="1"/>
          <p:nvPr/>
        </p:nvSpPr>
        <p:spPr>
          <a:xfrm>
            <a:off x="395412" y="65898"/>
            <a:ext cx="86353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SPS_AUTOMATIK: AUSSCHIEBER &amp; SCHWENKARM</a:t>
            </a:r>
            <a:endPar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583" name="Shape 583"/>
        <p:cNvGrpSpPr/>
        <p:nvPr/>
      </p:nvGrpSpPr>
      <p:grpSpPr>
        <a:xfrm>
          <a:off x="0" y="0"/>
          <a:ext cx="0" cy="0"/>
          <a:chOff x="0" y="0"/>
          <a:chExt cx="0" cy="0"/>
        </a:xfrm>
      </p:grpSpPr>
      <p:pic>
        <p:nvPicPr>
          <p:cNvPr id="584" name="Google Shape;584;p21"/>
          <p:cNvPicPr preferRelativeResize="0"/>
          <p:nvPr/>
        </p:nvPicPr>
        <p:blipFill rotWithShape="1">
          <a:blip r:embed="rId1"/>
          <a:srcRect/>
          <a:stretch>
            <a:fillRect/>
          </a:stretch>
        </p:blipFill>
        <p:spPr>
          <a:xfrm>
            <a:off x="7995617" y="1394682"/>
            <a:ext cx="3327041" cy="1382844"/>
          </a:xfrm>
          <a:prstGeom prst="rect">
            <a:avLst/>
          </a:prstGeom>
          <a:noFill/>
          <a:ln>
            <a:noFill/>
          </a:ln>
        </p:spPr>
      </p:pic>
      <p:pic>
        <p:nvPicPr>
          <p:cNvPr id="585" name="Google Shape;585;p21"/>
          <p:cNvPicPr preferRelativeResize="0"/>
          <p:nvPr/>
        </p:nvPicPr>
        <p:blipFill rotWithShape="1">
          <a:blip r:embed="rId2"/>
          <a:srcRect/>
          <a:stretch>
            <a:fillRect/>
          </a:stretch>
        </p:blipFill>
        <p:spPr>
          <a:xfrm>
            <a:off x="4366467" y="1383206"/>
            <a:ext cx="3327041" cy="1394320"/>
          </a:xfrm>
          <a:prstGeom prst="rect">
            <a:avLst/>
          </a:prstGeom>
          <a:noFill/>
          <a:ln>
            <a:noFill/>
          </a:ln>
        </p:spPr>
      </p:pic>
      <p:pic>
        <p:nvPicPr>
          <p:cNvPr id="586" name="Google Shape;586;p21"/>
          <p:cNvPicPr preferRelativeResize="0"/>
          <p:nvPr/>
        </p:nvPicPr>
        <p:blipFill rotWithShape="1">
          <a:blip r:embed="rId3"/>
          <a:srcRect/>
          <a:stretch>
            <a:fillRect/>
          </a:stretch>
        </p:blipFill>
        <p:spPr>
          <a:xfrm>
            <a:off x="7995617" y="3063323"/>
            <a:ext cx="3327041" cy="1329987"/>
          </a:xfrm>
          <a:prstGeom prst="rect">
            <a:avLst/>
          </a:prstGeom>
          <a:noFill/>
          <a:ln>
            <a:noFill/>
          </a:ln>
        </p:spPr>
      </p:pic>
      <p:pic>
        <p:nvPicPr>
          <p:cNvPr id="587" name="Google Shape;587;p21"/>
          <p:cNvPicPr preferRelativeResize="0"/>
          <p:nvPr/>
        </p:nvPicPr>
        <p:blipFill rotWithShape="1">
          <a:blip r:embed="rId4"/>
          <a:srcRect/>
          <a:stretch>
            <a:fillRect/>
          </a:stretch>
        </p:blipFill>
        <p:spPr>
          <a:xfrm>
            <a:off x="4335387" y="4677438"/>
            <a:ext cx="3417135" cy="1420291"/>
          </a:xfrm>
          <a:prstGeom prst="rect">
            <a:avLst/>
          </a:prstGeom>
          <a:noFill/>
          <a:ln>
            <a:noFill/>
          </a:ln>
        </p:spPr>
      </p:pic>
      <p:pic>
        <p:nvPicPr>
          <p:cNvPr id="588" name="Google Shape;588;p21"/>
          <p:cNvPicPr preferRelativeResize="0"/>
          <p:nvPr/>
        </p:nvPicPr>
        <p:blipFill rotWithShape="1">
          <a:blip r:embed="rId5"/>
          <a:srcRect/>
          <a:stretch>
            <a:fillRect/>
          </a:stretch>
        </p:blipFill>
        <p:spPr>
          <a:xfrm>
            <a:off x="7896847" y="4677438"/>
            <a:ext cx="3425811" cy="1420291"/>
          </a:xfrm>
          <a:prstGeom prst="rect">
            <a:avLst/>
          </a:prstGeom>
          <a:noFill/>
          <a:ln>
            <a:noFill/>
          </a:ln>
        </p:spPr>
      </p:pic>
      <p:sp>
        <p:nvSpPr>
          <p:cNvPr id="589" name="Google Shape;589;p21"/>
          <p:cNvSpPr txBox="1"/>
          <p:nvPr/>
        </p:nvSpPr>
        <p:spPr>
          <a:xfrm>
            <a:off x="702128" y="1504556"/>
            <a:ext cx="3074534" cy="203132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Schwenkarm-Position (0-4)</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Greiferportal-Position (96 - 100) </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Hin- und Zurückfahren</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590" name="Google Shape;590;p21"/>
          <p:cNvPicPr preferRelativeResize="0"/>
          <p:nvPr/>
        </p:nvPicPr>
        <p:blipFill rotWithShape="1">
          <a:blip r:embed="rId6"/>
          <a:srcRect/>
          <a:stretch>
            <a:fillRect/>
          </a:stretch>
        </p:blipFill>
        <p:spPr>
          <a:xfrm>
            <a:off x="291235" y="3527944"/>
            <a:ext cx="3661124" cy="2737477"/>
          </a:xfrm>
          <a:prstGeom prst="rect">
            <a:avLst/>
          </a:prstGeom>
          <a:noFill/>
          <a:ln>
            <a:noFill/>
          </a:ln>
        </p:spPr>
      </p:pic>
      <p:pic>
        <p:nvPicPr>
          <p:cNvPr id="591" name="Google Shape;591;p21"/>
          <p:cNvPicPr preferRelativeResize="0"/>
          <p:nvPr/>
        </p:nvPicPr>
        <p:blipFill rotWithShape="1">
          <a:blip r:embed="rId7"/>
          <a:srcRect/>
          <a:stretch>
            <a:fillRect/>
          </a:stretch>
        </p:blipFill>
        <p:spPr>
          <a:xfrm>
            <a:off x="4366467" y="3017336"/>
            <a:ext cx="3417135" cy="1420291"/>
          </a:xfrm>
          <a:prstGeom prst="rect">
            <a:avLst/>
          </a:prstGeom>
          <a:noFill/>
          <a:ln>
            <a:noFill/>
          </a:ln>
        </p:spPr>
      </p:pic>
      <p:sp>
        <p:nvSpPr>
          <p:cNvPr id="592" name="Google Shape;592;p21"/>
          <p:cNvSpPr txBox="1"/>
          <p:nvPr>
            <p:ph type="sldNum" idx="12"/>
          </p:nvPr>
        </p:nvSpPr>
        <p:spPr>
          <a:xfrm>
            <a:off x="11105662" y="6213475"/>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593" name="Google Shape;593;p21"/>
          <p:cNvSpPr txBox="1"/>
          <p:nvPr/>
        </p:nvSpPr>
        <p:spPr>
          <a:xfrm>
            <a:off x="395412" y="65898"/>
            <a:ext cx="570058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SPS_AUTOMATIK:  LINEARACHSE</a:t>
            </a:r>
            <a:endPar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597" name="Shape 597"/>
        <p:cNvGrpSpPr/>
        <p:nvPr/>
      </p:nvGrpSpPr>
      <p:grpSpPr>
        <a:xfrm>
          <a:off x="0" y="0"/>
          <a:ext cx="0" cy="0"/>
          <a:chOff x="0" y="0"/>
          <a:chExt cx="0" cy="0"/>
        </a:xfrm>
      </p:grpSpPr>
      <p:sp>
        <p:nvSpPr>
          <p:cNvPr id="598" name="Google Shape;598;p22"/>
          <p:cNvSpPr txBox="1"/>
          <p:nvPr/>
        </p:nvSpPr>
        <p:spPr>
          <a:xfrm>
            <a:off x="423990" y="1715530"/>
            <a:ext cx="2929183" cy="203132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Aufnahme von Werkstücken auf Linearachse</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lnSpc>
                <a:spcPct val="100000"/>
              </a:lnSpc>
              <a:spcBef>
                <a:spcPts val="0"/>
              </a:spcBef>
              <a:spcAft>
                <a:spcPts val="0"/>
              </a:spcAft>
              <a:buClr>
                <a:schemeClr val="lt1"/>
              </a:buClr>
              <a:buSzPts val="1800"/>
              <a:buFont typeface="Arial" panose="020B0604020202090204"/>
              <a:buNone/>
            </a:pPr>
            <a:endParaRPr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0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Verlagerung von Werkstücken zu den Ablagen</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599" name="Google Shape;599;p22"/>
          <p:cNvPicPr preferRelativeResize="0"/>
          <p:nvPr/>
        </p:nvPicPr>
        <p:blipFill rotWithShape="1">
          <a:blip r:embed="rId1"/>
          <a:srcRect/>
          <a:stretch>
            <a:fillRect/>
          </a:stretch>
        </p:blipFill>
        <p:spPr>
          <a:xfrm>
            <a:off x="131560" y="3955963"/>
            <a:ext cx="3853299" cy="2902037"/>
          </a:xfrm>
          <a:prstGeom prst="rect">
            <a:avLst/>
          </a:prstGeom>
          <a:noFill/>
          <a:ln>
            <a:noFill/>
          </a:ln>
        </p:spPr>
      </p:pic>
      <p:pic>
        <p:nvPicPr>
          <p:cNvPr id="600" name="Google Shape;600;p22"/>
          <p:cNvPicPr preferRelativeResize="0"/>
          <p:nvPr/>
        </p:nvPicPr>
        <p:blipFill rotWithShape="1">
          <a:blip r:embed="rId2"/>
          <a:srcRect/>
          <a:stretch>
            <a:fillRect/>
          </a:stretch>
        </p:blipFill>
        <p:spPr>
          <a:xfrm>
            <a:off x="4041440" y="-1"/>
            <a:ext cx="8150560" cy="6970513"/>
          </a:xfrm>
          <a:prstGeom prst="rect">
            <a:avLst/>
          </a:prstGeom>
          <a:noFill/>
          <a:ln>
            <a:noFill/>
          </a:ln>
        </p:spPr>
      </p:pic>
      <p:sp>
        <p:nvSpPr>
          <p:cNvPr id="601" name="Google Shape;601;p22"/>
          <p:cNvSpPr txBox="1"/>
          <p:nvPr/>
        </p:nvSpPr>
        <p:spPr>
          <a:xfrm>
            <a:off x="-41555" y="65898"/>
            <a:ext cx="4082996"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SPS_AUTOMATIK: </a:t>
            </a:r>
            <a:endPar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GREIFERPORTAL</a:t>
            </a:r>
            <a:endPar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602" name="Google Shape;602;p22"/>
          <p:cNvSpPr txBox="1"/>
          <p:nvPr>
            <p:ph type="sldNum" idx="12"/>
          </p:nvPr>
        </p:nvSpPr>
        <p:spPr>
          <a:xfrm>
            <a:off x="11047046" y="6418629"/>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606" name="Shape 606"/>
        <p:cNvGrpSpPr/>
        <p:nvPr/>
      </p:nvGrpSpPr>
      <p:grpSpPr>
        <a:xfrm>
          <a:off x="0" y="0"/>
          <a:ext cx="0" cy="0"/>
          <a:chOff x="0" y="0"/>
          <a:chExt cx="0" cy="0"/>
        </a:xfrm>
      </p:grpSpPr>
      <p:sp>
        <p:nvSpPr>
          <p:cNvPr id="607" name="Google Shape;607;p23"/>
          <p:cNvSpPr txBox="1"/>
          <p:nvPr/>
        </p:nvSpPr>
        <p:spPr>
          <a:xfrm>
            <a:off x="109755" y="1189377"/>
            <a:ext cx="2406316" cy="12043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800"/>
              <a:buFont typeface="Century Gothic" panose="020B0502020202020204"/>
              <a:buNone/>
            </a:pPr>
            <a:endParaRPr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00000"/>
              </a:lnSpc>
              <a:spcBef>
                <a:spcPts val="0"/>
              </a:spcBef>
              <a:spcAft>
                <a:spcPts val="0"/>
              </a:spcAft>
              <a:buClr>
                <a:srgbClr val="FFFFFF"/>
              </a:buClr>
              <a:buSzPts val="1800"/>
              <a:buFont typeface="Arial" panose="020B0604020202090204"/>
              <a:buChar char="•"/>
            </a:pPr>
            <a:r>
              <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rPr>
              <a:t>Ablage(Rot)</a:t>
            </a:r>
            <a:endPar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00000"/>
              </a:lnSpc>
              <a:spcBef>
                <a:spcPts val="0"/>
              </a:spcBef>
              <a:spcAft>
                <a:spcPts val="0"/>
              </a:spcAft>
              <a:buClr>
                <a:srgbClr val="FFFFFF"/>
              </a:buClr>
              <a:buSzPts val="1800"/>
              <a:buFont typeface="Arial" panose="020B0604020202090204"/>
              <a:buChar char="•"/>
            </a:pPr>
            <a:r>
              <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rPr>
              <a:t>Ablage(Schwarz)</a:t>
            </a:r>
            <a:endParaRPr lang="de-DE"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00000"/>
              </a:lnSpc>
              <a:spcBef>
                <a:spcPts val="0"/>
              </a:spcBef>
              <a:spcAft>
                <a:spcPts val="0"/>
              </a:spcAft>
              <a:buClr>
                <a:srgbClr val="FFFFFF"/>
              </a:buClr>
              <a:buSzPts val="1800"/>
              <a:buFont typeface="Arial" panose="020B0604020202090204"/>
              <a:buChar char="•"/>
            </a:pPr>
            <a:r>
              <a:rPr lang="de-DE" sz="1800">
                <a:solidFill>
                  <a:srgbClr val="FFFFFF"/>
                </a:solidFill>
                <a:latin typeface="Century Gothic" panose="020B0502020202020204"/>
                <a:ea typeface="Century Gothic" panose="020B0502020202020204"/>
                <a:cs typeface="Century Gothic" panose="020B0502020202020204"/>
                <a:sym typeface="Century Gothic" panose="020B0502020202020204"/>
              </a:rPr>
              <a:t>Ruheposition</a:t>
            </a:r>
            <a:endParaRPr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608" name="Google Shape;608;p23"/>
          <p:cNvPicPr preferRelativeResize="0"/>
          <p:nvPr/>
        </p:nvPicPr>
        <p:blipFill rotWithShape="1">
          <a:blip r:embed="rId1"/>
          <a:srcRect/>
          <a:stretch>
            <a:fillRect/>
          </a:stretch>
        </p:blipFill>
        <p:spPr>
          <a:xfrm>
            <a:off x="0" y="3752013"/>
            <a:ext cx="2538206" cy="3105987"/>
          </a:xfrm>
          <a:prstGeom prst="rect">
            <a:avLst/>
          </a:prstGeom>
          <a:noFill/>
          <a:ln>
            <a:noFill/>
          </a:ln>
        </p:spPr>
      </p:pic>
      <p:pic>
        <p:nvPicPr>
          <p:cNvPr id="609" name="Google Shape;609;p23"/>
          <p:cNvPicPr preferRelativeResize="0"/>
          <p:nvPr/>
        </p:nvPicPr>
        <p:blipFill rotWithShape="1">
          <a:blip r:embed="rId2"/>
          <a:srcRect/>
          <a:stretch>
            <a:fillRect/>
          </a:stretch>
        </p:blipFill>
        <p:spPr>
          <a:xfrm>
            <a:off x="2538206" y="1641051"/>
            <a:ext cx="9653794" cy="5216949"/>
          </a:xfrm>
          <a:prstGeom prst="rect">
            <a:avLst/>
          </a:prstGeom>
          <a:noFill/>
          <a:ln>
            <a:noFill/>
          </a:ln>
        </p:spPr>
      </p:pic>
      <p:sp>
        <p:nvSpPr>
          <p:cNvPr id="610" name="Google Shape;610;p23"/>
          <p:cNvSpPr txBox="1"/>
          <p:nvPr>
            <p:ph type="sldNum" idx="12"/>
          </p:nvPr>
        </p:nvSpPr>
        <p:spPr>
          <a:xfrm>
            <a:off x="11037277" y="6301398"/>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611" name="Google Shape;611;p23"/>
          <p:cNvSpPr txBox="1"/>
          <p:nvPr/>
        </p:nvSpPr>
        <p:spPr>
          <a:xfrm>
            <a:off x="241664" y="65898"/>
            <a:ext cx="472028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SPS_AUTOMATIK: ROBOTER</a:t>
            </a:r>
            <a:endPar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615" name="Shape 615"/>
        <p:cNvGrpSpPr/>
        <p:nvPr/>
      </p:nvGrpSpPr>
      <p:grpSpPr>
        <a:xfrm>
          <a:off x="0" y="0"/>
          <a:ext cx="0" cy="0"/>
          <a:chOff x="0" y="0"/>
          <a:chExt cx="0" cy="0"/>
        </a:xfrm>
      </p:grpSpPr>
      <p:sp>
        <p:nvSpPr>
          <p:cNvPr id="616" name="Google Shape;616;p24"/>
          <p:cNvSpPr txBox="1"/>
          <p:nvPr/>
        </p:nvSpPr>
        <p:spPr>
          <a:xfrm>
            <a:off x="212747" y="751778"/>
            <a:ext cx="5418661" cy="211718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Transport zum RFID, Puffer oder Endablage</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lnSpc>
                <a:spcPct val="150000"/>
              </a:lnSpc>
              <a:spcBef>
                <a:spcPts val="0"/>
              </a:spcBef>
              <a:spcAft>
                <a:spcPts val="0"/>
              </a:spcAft>
              <a:buClr>
                <a:schemeClr val="lt1"/>
              </a:buClr>
              <a:buSzPts val="1800"/>
              <a:buFont typeface="Arial" panose="020B0604020202090204"/>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Abladen der Werkstücke an genannten Positionen</a:t>
            </a: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 </a:t>
            </a:r>
            <a:endParaRPr sz="18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617" name="Google Shape;617;p24"/>
          <p:cNvPicPr preferRelativeResize="0"/>
          <p:nvPr/>
        </p:nvPicPr>
        <p:blipFill rotWithShape="1">
          <a:blip r:embed="rId1"/>
          <a:srcRect/>
          <a:stretch>
            <a:fillRect/>
          </a:stretch>
        </p:blipFill>
        <p:spPr>
          <a:xfrm>
            <a:off x="5385595" y="617024"/>
            <a:ext cx="6806405" cy="5177384"/>
          </a:xfrm>
          <a:prstGeom prst="rect">
            <a:avLst/>
          </a:prstGeom>
          <a:noFill/>
          <a:ln>
            <a:noFill/>
          </a:ln>
        </p:spPr>
      </p:pic>
      <p:pic>
        <p:nvPicPr>
          <p:cNvPr id="618" name="Google Shape;618;p24"/>
          <p:cNvPicPr preferRelativeResize="0"/>
          <p:nvPr/>
        </p:nvPicPr>
        <p:blipFill rotWithShape="1">
          <a:blip r:embed="rId2"/>
          <a:srcRect/>
          <a:stretch>
            <a:fillRect/>
          </a:stretch>
        </p:blipFill>
        <p:spPr>
          <a:xfrm>
            <a:off x="3324111" y="3231203"/>
            <a:ext cx="4220935" cy="2563205"/>
          </a:xfrm>
          <a:prstGeom prst="rect">
            <a:avLst/>
          </a:prstGeom>
          <a:noFill/>
          <a:ln>
            <a:noFill/>
          </a:ln>
        </p:spPr>
      </p:pic>
      <p:cxnSp>
        <p:nvCxnSpPr>
          <p:cNvPr id="619" name="Google Shape;619;p24"/>
          <p:cNvCxnSpPr/>
          <p:nvPr/>
        </p:nvCxnSpPr>
        <p:spPr>
          <a:xfrm rot="10800000">
            <a:off x="5159829" y="3429000"/>
            <a:ext cx="3910692" cy="1083805"/>
          </a:xfrm>
          <a:prstGeom prst="straightConnector1">
            <a:avLst/>
          </a:prstGeom>
          <a:noFill/>
          <a:ln w="28575" cap="flat" cmpd="sng">
            <a:solidFill>
              <a:srgbClr val="FFC000">
                <a:alpha val="60000"/>
              </a:srgbClr>
            </a:solidFill>
            <a:prstDash val="solid"/>
            <a:round/>
            <a:headEnd type="none" w="sm" len="sm"/>
            <a:tailEnd type="triangle" w="med" len="med"/>
          </a:ln>
        </p:spPr>
      </p:cxnSp>
      <p:cxnSp>
        <p:nvCxnSpPr>
          <p:cNvPr id="620" name="Google Shape;620;p24"/>
          <p:cNvCxnSpPr/>
          <p:nvPr/>
        </p:nvCxnSpPr>
        <p:spPr>
          <a:xfrm rot="10800000">
            <a:off x="3918857" y="3298371"/>
            <a:ext cx="4776107" cy="1214434"/>
          </a:xfrm>
          <a:prstGeom prst="straightConnector1">
            <a:avLst/>
          </a:prstGeom>
          <a:noFill/>
          <a:ln w="28575" cap="flat" cmpd="sng">
            <a:solidFill>
              <a:srgbClr val="FFC000">
                <a:alpha val="60000"/>
              </a:srgbClr>
            </a:solidFill>
            <a:prstDash val="solid"/>
            <a:round/>
            <a:headEnd type="none" w="sm" len="sm"/>
            <a:tailEnd type="triangle" w="med" len="med"/>
          </a:ln>
        </p:spPr>
      </p:cxnSp>
      <p:pic>
        <p:nvPicPr>
          <p:cNvPr id="621" name="Google Shape;621;p24"/>
          <p:cNvPicPr preferRelativeResize="0"/>
          <p:nvPr/>
        </p:nvPicPr>
        <p:blipFill rotWithShape="1">
          <a:blip r:embed="rId3"/>
          <a:srcRect/>
          <a:stretch>
            <a:fillRect/>
          </a:stretch>
        </p:blipFill>
        <p:spPr>
          <a:xfrm>
            <a:off x="28875" y="3073060"/>
            <a:ext cx="3200400" cy="2759207"/>
          </a:xfrm>
          <a:prstGeom prst="rect">
            <a:avLst/>
          </a:prstGeom>
          <a:noFill/>
          <a:ln>
            <a:noFill/>
          </a:ln>
        </p:spPr>
      </p:pic>
      <p:pic>
        <p:nvPicPr>
          <p:cNvPr id="622" name="Google Shape;622;p24"/>
          <p:cNvPicPr preferRelativeResize="0"/>
          <p:nvPr/>
        </p:nvPicPr>
        <p:blipFill rotWithShape="1">
          <a:blip r:embed="rId4"/>
          <a:srcRect/>
          <a:stretch>
            <a:fillRect/>
          </a:stretch>
        </p:blipFill>
        <p:spPr>
          <a:xfrm>
            <a:off x="6677614" y="1404219"/>
            <a:ext cx="1185546" cy="743178"/>
          </a:xfrm>
          <a:prstGeom prst="rect">
            <a:avLst/>
          </a:prstGeom>
          <a:noFill/>
          <a:ln>
            <a:noFill/>
          </a:ln>
        </p:spPr>
      </p:pic>
      <p:sp>
        <p:nvSpPr>
          <p:cNvPr id="623" name="Google Shape;623;p24"/>
          <p:cNvSpPr txBox="1"/>
          <p:nvPr>
            <p:ph type="sldNum" idx="12"/>
          </p:nvPr>
        </p:nvSpPr>
        <p:spPr>
          <a:xfrm>
            <a:off x="11086123" y="6262321"/>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
        <p:nvSpPr>
          <p:cNvPr id="624" name="Google Shape;624;p24"/>
          <p:cNvSpPr txBox="1"/>
          <p:nvPr/>
        </p:nvSpPr>
        <p:spPr>
          <a:xfrm>
            <a:off x="395412" y="65898"/>
            <a:ext cx="472028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SPS_AUTOMATIK: ROBOTER</a:t>
            </a:r>
            <a:endPar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629" name="Shape 629"/>
        <p:cNvGrpSpPr/>
        <p:nvPr/>
      </p:nvGrpSpPr>
      <p:grpSpPr>
        <a:xfrm>
          <a:off x="0" y="0"/>
          <a:ext cx="0" cy="0"/>
          <a:chOff x="0" y="0"/>
          <a:chExt cx="0" cy="0"/>
        </a:xfrm>
      </p:grpSpPr>
      <p:sp>
        <p:nvSpPr>
          <p:cNvPr id="630" name="Google Shape;630;p25"/>
          <p:cNvSpPr txBox="1"/>
          <p:nvPr>
            <p:ph type="title"/>
          </p:nvPr>
        </p:nvSpPr>
        <p:spPr>
          <a:xfrm>
            <a:off x="2738871" y="-84156"/>
            <a:ext cx="6714257" cy="1845941"/>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5400"/>
              <a:buFont typeface="Century Gothic" panose="020B0502020202020204"/>
              <a:buNone/>
            </a:pPr>
            <a:r>
              <a:rPr lang="de-DE" sz="5400"/>
              <a:t>DIGITALE ZWILLINGE</a:t>
            </a:r>
            <a:endParaRPr lang="de-DE" sz="5400"/>
          </a:p>
        </p:txBody>
      </p:sp>
      <p:sp>
        <p:nvSpPr>
          <p:cNvPr id="631" name="Google Shape;631;p25"/>
          <p:cNvSpPr txBox="1"/>
          <p:nvPr/>
        </p:nvSpPr>
        <p:spPr>
          <a:xfrm>
            <a:off x="790554" y="2831362"/>
            <a:ext cx="3470728" cy="1507067"/>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lt1"/>
              </a:buClr>
              <a:buSzPts val="3600"/>
              <a:buFont typeface="Century Gothic" panose="020B0502020202020204"/>
              <a:buNone/>
            </a:pPr>
            <a:endParaRPr sz="36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632" name="Google Shape;632;p25"/>
          <p:cNvPicPr preferRelativeResize="0"/>
          <p:nvPr/>
        </p:nvPicPr>
        <p:blipFill rotWithShape="1">
          <a:blip r:embed="rId1"/>
          <a:srcRect/>
          <a:stretch>
            <a:fillRect/>
          </a:stretch>
        </p:blipFill>
        <p:spPr>
          <a:xfrm>
            <a:off x="682622" y="3827158"/>
            <a:ext cx="2966663" cy="2164711"/>
          </a:xfrm>
          <a:prstGeom prst="rect">
            <a:avLst/>
          </a:prstGeom>
          <a:noFill/>
          <a:ln>
            <a:noFill/>
          </a:ln>
        </p:spPr>
      </p:pic>
      <p:pic>
        <p:nvPicPr>
          <p:cNvPr id="633" name="Google Shape;633;p25"/>
          <p:cNvPicPr preferRelativeResize="0"/>
          <p:nvPr/>
        </p:nvPicPr>
        <p:blipFill rotWithShape="1">
          <a:blip r:embed="rId2"/>
          <a:srcRect/>
          <a:stretch>
            <a:fillRect/>
          </a:stretch>
        </p:blipFill>
        <p:spPr>
          <a:xfrm>
            <a:off x="8542712" y="3713604"/>
            <a:ext cx="2730713" cy="2765224"/>
          </a:xfrm>
          <a:prstGeom prst="rect">
            <a:avLst/>
          </a:prstGeom>
          <a:noFill/>
          <a:ln>
            <a:noFill/>
          </a:ln>
        </p:spPr>
      </p:pic>
      <p:pic>
        <p:nvPicPr>
          <p:cNvPr id="634" name="Google Shape;634;p25"/>
          <p:cNvPicPr preferRelativeResize="0"/>
          <p:nvPr/>
        </p:nvPicPr>
        <p:blipFill rotWithShape="1">
          <a:blip r:embed="rId3"/>
          <a:srcRect/>
          <a:stretch>
            <a:fillRect/>
          </a:stretch>
        </p:blipFill>
        <p:spPr>
          <a:xfrm>
            <a:off x="4478216" y="2295933"/>
            <a:ext cx="3235565" cy="3235565"/>
          </a:xfrm>
          <a:prstGeom prst="rect">
            <a:avLst/>
          </a:prstGeom>
          <a:noFill/>
          <a:ln>
            <a:noFill/>
          </a:ln>
        </p:spPr>
      </p:pic>
      <p:pic>
        <p:nvPicPr>
          <p:cNvPr id="635" name="Google Shape;635;p25"/>
          <p:cNvPicPr preferRelativeResize="0"/>
          <p:nvPr/>
        </p:nvPicPr>
        <p:blipFill rotWithShape="1">
          <a:blip r:embed="rId4"/>
          <a:srcRect/>
          <a:stretch>
            <a:fillRect/>
          </a:stretch>
        </p:blipFill>
        <p:spPr>
          <a:xfrm>
            <a:off x="1181963" y="1581958"/>
            <a:ext cx="1967979" cy="1847042"/>
          </a:xfrm>
          <a:prstGeom prst="rect">
            <a:avLst/>
          </a:prstGeom>
          <a:noFill/>
          <a:ln>
            <a:noFill/>
          </a:ln>
        </p:spPr>
      </p:pic>
      <p:pic>
        <p:nvPicPr>
          <p:cNvPr id="636" name="Google Shape;636;p25" descr="Ein Bild, das Text enthält.&#10;&#10;Beschreibung automatisch generiert."/>
          <p:cNvPicPr preferRelativeResize="0"/>
          <p:nvPr/>
        </p:nvPicPr>
        <p:blipFill rotWithShape="1">
          <a:blip r:embed="rId5"/>
          <a:srcRect/>
          <a:stretch>
            <a:fillRect/>
          </a:stretch>
        </p:blipFill>
        <p:spPr>
          <a:xfrm>
            <a:off x="8919925" y="1510070"/>
            <a:ext cx="1976285" cy="1990817"/>
          </a:xfrm>
          <a:prstGeom prst="rect">
            <a:avLst/>
          </a:prstGeom>
          <a:noFill/>
          <a:ln>
            <a:noFill/>
          </a:ln>
        </p:spPr>
      </p:pic>
      <p:sp>
        <p:nvSpPr>
          <p:cNvPr id="637" name="Google Shape;637;p25"/>
          <p:cNvSpPr txBox="1"/>
          <p:nvPr>
            <p:ph type="sldNum" idx="12"/>
          </p:nvPr>
        </p:nvSpPr>
        <p:spPr>
          <a:xfrm>
            <a:off x="11047046"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641" name="Shape 641"/>
        <p:cNvGrpSpPr/>
        <p:nvPr/>
      </p:nvGrpSpPr>
      <p:grpSpPr>
        <a:xfrm>
          <a:off x="0" y="0"/>
          <a:ext cx="0" cy="0"/>
          <a:chOff x="0" y="0"/>
          <a:chExt cx="0" cy="0"/>
        </a:xfrm>
      </p:grpSpPr>
      <p:sp>
        <p:nvSpPr>
          <p:cNvPr id="642" name="Google Shape;642;p26"/>
          <p:cNvSpPr txBox="1"/>
          <p:nvPr/>
        </p:nvSpPr>
        <p:spPr>
          <a:xfrm>
            <a:off x="2868967" y="1"/>
            <a:ext cx="6454066" cy="1233996"/>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lt1"/>
              </a:buClr>
              <a:buSzPts val="3600"/>
              <a:buFont typeface="Century Gothic" panose="020B0502020202020204"/>
              <a:buNone/>
            </a:pPr>
            <a:r>
              <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rPr>
              <a:t>KOMMUNIKATION</a:t>
            </a:r>
            <a:endPar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643" name="Google Shape;643;p26"/>
          <p:cNvSpPr txBox="1"/>
          <p:nvPr/>
        </p:nvSpPr>
        <p:spPr>
          <a:xfrm>
            <a:off x="748245" y="1328047"/>
            <a:ext cx="8786372" cy="646330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Austausch der Sensor- &amp; Aktorwerte zwischen den Gewerken notwendig</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Problem: keine E/A-Baugruppen wie im Labor</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             </a:t>
            </a:r>
            <a:r>
              <a:rPr lang="de-DE" sz="1800" b="1">
                <a:solidFill>
                  <a:schemeClr val="lt1"/>
                </a:solidFill>
                <a:latin typeface="Century Gothic" panose="020B0502020202020204"/>
                <a:ea typeface="Century Gothic" panose="020B0502020202020204"/>
                <a:cs typeface="Century Gothic" panose="020B0502020202020204"/>
                <a:sym typeface="Century Gothic" panose="020B0502020202020204"/>
              </a:rPr>
              <a:t>Lösung</a:t>
            </a: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 Globaler Datenbaustein →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ALLE Ein- und Ausgänge der Anlage in Schnittstelle angelegt</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Ausgangszuweisung muss von SPS in Schnittstelle geschrieben werden</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Setzen der Eingänge für die SPS in Schnittstelle</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Century Gothic" panose="020B0502020202020204"/>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644" name="Google Shape;644;p26"/>
          <p:cNvPicPr preferRelativeResize="0"/>
          <p:nvPr/>
        </p:nvPicPr>
        <p:blipFill rotWithShape="1">
          <a:blip r:embed="rId1"/>
          <a:srcRect/>
          <a:stretch>
            <a:fillRect/>
          </a:stretch>
        </p:blipFill>
        <p:spPr>
          <a:xfrm>
            <a:off x="5692128" y="3093040"/>
            <a:ext cx="1711080" cy="210282"/>
          </a:xfrm>
          <a:prstGeom prst="rect">
            <a:avLst/>
          </a:prstGeom>
          <a:noFill/>
          <a:ln>
            <a:noFill/>
          </a:ln>
        </p:spPr>
      </p:pic>
      <p:pic>
        <p:nvPicPr>
          <p:cNvPr id="645" name="Google Shape;645;p26" descr="Ein Bild, das Tisch enthält.&#10;&#10;Beschreibung automatisch generiert."/>
          <p:cNvPicPr preferRelativeResize="0"/>
          <p:nvPr/>
        </p:nvPicPr>
        <p:blipFill rotWithShape="1">
          <a:blip r:embed="rId2"/>
          <a:srcRect/>
          <a:stretch>
            <a:fillRect/>
          </a:stretch>
        </p:blipFill>
        <p:spPr>
          <a:xfrm>
            <a:off x="9323033" y="1025256"/>
            <a:ext cx="2615249" cy="5287107"/>
          </a:xfrm>
          <a:prstGeom prst="rect">
            <a:avLst/>
          </a:prstGeom>
          <a:noFill/>
          <a:ln>
            <a:noFill/>
          </a:ln>
        </p:spPr>
      </p:pic>
      <p:sp>
        <p:nvSpPr>
          <p:cNvPr id="646" name="Google Shape;646;p26"/>
          <p:cNvSpPr txBox="1"/>
          <p:nvPr>
            <p:ph type="sldNum" idx="12"/>
          </p:nvPr>
        </p:nvSpPr>
        <p:spPr>
          <a:xfrm>
            <a:off x="11047046" y="6262321"/>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650" name="Shape 650"/>
        <p:cNvGrpSpPr/>
        <p:nvPr/>
      </p:nvGrpSpPr>
      <p:grpSpPr>
        <a:xfrm>
          <a:off x="0" y="0"/>
          <a:ext cx="0" cy="0"/>
          <a:chOff x="0" y="0"/>
          <a:chExt cx="0" cy="0"/>
        </a:xfrm>
      </p:grpSpPr>
      <p:sp>
        <p:nvSpPr>
          <p:cNvPr id="651" name="Google Shape;651;p27"/>
          <p:cNvSpPr txBox="1"/>
          <p:nvPr/>
        </p:nvSpPr>
        <p:spPr>
          <a:xfrm>
            <a:off x="2868967" y="1"/>
            <a:ext cx="6454066" cy="1233996"/>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lt1"/>
              </a:buClr>
              <a:buSzPts val="3600"/>
              <a:buFont typeface="Century Gothic" panose="020B0502020202020204"/>
              <a:buNone/>
            </a:pPr>
            <a:r>
              <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rPr>
              <a:t>KONZEPTIONIERUNG</a:t>
            </a:r>
            <a:endPar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652" name="Google Shape;652;p27"/>
          <p:cNvSpPr txBox="1"/>
          <p:nvPr/>
        </p:nvSpPr>
        <p:spPr>
          <a:xfrm>
            <a:off x="759053" y="1331803"/>
            <a:ext cx="8934077" cy="784830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Funktionsanalyse der Anlage</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Wie funktioniert die Anlage?</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Wie viele Digitale Zwillinge muss es geben?</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Welcher Digitale Zwilling braucht welche Ein- und Ausgänge?</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Was ist Aufgabe des Digitalen Zwillings und was der SPS?</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Ablaufdiagramme erstellen</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Entscheidung für UML-Statecharts</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Kompakte und gute Übersicht</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Hohe Transparenz </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Erstellung der Software</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Strikte Programmierung nach den zuvor erstellten Ablaufdiagrammen</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Programmiersprache: SCL</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Arial" panose="020B0604020202090204"/>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653" name="Google Shape;653;p27" descr="Ein Bild, das drinnen, Spielzeug enthält.&#10;&#10;Beschreibung automatisch generiert."/>
          <p:cNvPicPr preferRelativeResize="0"/>
          <p:nvPr/>
        </p:nvPicPr>
        <p:blipFill rotWithShape="1">
          <a:blip r:embed="rId1"/>
          <a:srcRect/>
          <a:stretch>
            <a:fillRect/>
          </a:stretch>
        </p:blipFill>
        <p:spPr>
          <a:xfrm>
            <a:off x="8788401" y="1233364"/>
            <a:ext cx="2743200" cy="1714500"/>
          </a:xfrm>
          <a:prstGeom prst="ellipse">
            <a:avLst/>
          </a:prstGeom>
          <a:noFill/>
          <a:ln>
            <a:noFill/>
          </a:ln>
        </p:spPr>
      </p:pic>
      <p:sp>
        <p:nvSpPr>
          <p:cNvPr id="654" name="Google Shape;654;p27"/>
          <p:cNvSpPr txBox="1"/>
          <p:nvPr>
            <p:ph type="sldNum" idx="12"/>
          </p:nvPr>
        </p:nvSpPr>
        <p:spPr>
          <a:xfrm>
            <a:off x="11047046"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658" name="Shape 658"/>
        <p:cNvGrpSpPr/>
        <p:nvPr/>
      </p:nvGrpSpPr>
      <p:grpSpPr>
        <a:xfrm>
          <a:off x="0" y="0"/>
          <a:ext cx="0" cy="0"/>
          <a:chOff x="0" y="0"/>
          <a:chExt cx="0" cy="0"/>
        </a:xfrm>
      </p:grpSpPr>
      <p:sp>
        <p:nvSpPr>
          <p:cNvPr id="659" name="Google Shape;659;p28"/>
          <p:cNvSpPr txBox="1"/>
          <p:nvPr/>
        </p:nvSpPr>
        <p:spPr>
          <a:xfrm>
            <a:off x="2868967" y="1"/>
            <a:ext cx="6454066" cy="1233996"/>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lt1"/>
              </a:buClr>
              <a:buSzPts val="3600"/>
              <a:buFont typeface="Century Gothic" panose="020B0502020202020204"/>
              <a:buNone/>
            </a:pPr>
            <a:r>
              <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rPr>
              <a:t>FUNKTIONSANALYSE</a:t>
            </a:r>
            <a:endParaRPr sz="36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660" name="Google Shape;660;p28"/>
          <p:cNvSpPr txBox="1"/>
          <p:nvPr/>
        </p:nvSpPr>
        <p:spPr>
          <a:xfrm>
            <a:off x="759053" y="1331803"/>
            <a:ext cx="8934077" cy="563231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5 digitale Zwillinge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Ausschieber, Greiferportal, Linearachse, Roboter, Schwenkarm</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Definition der jeweils benötigten Ein- und Ausgänge</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Bausteintyp: Funktionsbaustein </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Beispiel: Greiferportal</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4 Eingänge, 8 Ausgänge und 2 Ein-/Ausgänge</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BEACHTE: Eingänge der SPS sind Ausgänge der DZ bzw. umgekehrt</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Arial" panose="020B0604020202090204"/>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661" name="Google Shape;661;p28" descr="Ein Bild, das Text, Tisch enthält.&#10;&#10;Beschreibung automatisch generiert."/>
          <p:cNvPicPr preferRelativeResize="0"/>
          <p:nvPr/>
        </p:nvPicPr>
        <p:blipFill rotWithShape="1">
          <a:blip r:embed="rId1"/>
          <a:srcRect/>
          <a:stretch>
            <a:fillRect/>
          </a:stretch>
        </p:blipFill>
        <p:spPr>
          <a:xfrm>
            <a:off x="9885606" y="1474177"/>
            <a:ext cx="1504950" cy="923925"/>
          </a:xfrm>
          <a:prstGeom prst="rect">
            <a:avLst/>
          </a:prstGeom>
          <a:noFill/>
          <a:ln>
            <a:noFill/>
          </a:ln>
        </p:spPr>
      </p:pic>
      <p:pic>
        <p:nvPicPr>
          <p:cNvPr id="662" name="Google Shape;662;p28"/>
          <p:cNvPicPr preferRelativeResize="0"/>
          <p:nvPr/>
        </p:nvPicPr>
        <p:blipFill rotWithShape="1">
          <a:blip r:embed="rId2"/>
          <a:srcRect/>
          <a:stretch>
            <a:fillRect/>
          </a:stretch>
        </p:blipFill>
        <p:spPr>
          <a:xfrm>
            <a:off x="2031102" y="3990146"/>
            <a:ext cx="4748028" cy="2325661"/>
          </a:xfrm>
          <a:prstGeom prst="rect">
            <a:avLst/>
          </a:prstGeom>
          <a:noFill/>
          <a:ln>
            <a:noFill/>
          </a:ln>
        </p:spPr>
      </p:pic>
      <p:pic>
        <p:nvPicPr>
          <p:cNvPr id="663" name="Google Shape;663;p28" descr="Ein Bild, das Tisch enthält.&#10;&#10;Beschreibung automatisch generiert."/>
          <p:cNvPicPr preferRelativeResize="0"/>
          <p:nvPr/>
        </p:nvPicPr>
        <p:blipFill rotWithShape="1">
          <a:blip r:embed="rId3"/>
          <a:srcRect/>
          <a:stretch>
            <a:fillRect/>
          </a:stretch>
        </p:blipFill>
        <p:spPr>
          <a:xfrm>
            <a:off x="9321312" y="3229951"/>
            <a:ext cx="2066925" cy="3095625"/>
          </a:xfrm>
          <a:prstGeom prst="rect">
            <a:avLst/>
          </a:prstGeom>
          <a:noFill/>
          <a:ln>
            <a:noFill/>
          </a:ln>
        </p:spPr>
      </p:pic>
      <p:sp>
        <p:nvSpPr>
          <p:cNvPr id="664" name="Google Shape;664;p28"/>
          <p:cNvSpPr txBox="1"/>
          <p:nvPr>
            <p:ph type="sldNum" idx="12"/>
          </p:nvPr>
        </p:nvSpPr>
        <p:spPr>
          <a:xfrm>
            <a:off x="11047046"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668" name="Shape 668"/>
        <p:cNvGrpSpPr/>
        <p:nvPr/>
      </p:nvGrpSpPr>
      <p:grpSpPr>
        <a:xfrm>
          <a:off x="0" y="0"/>
          <a:ext cx="0" cy="0"/>
          <a:chOff x="0" y="0"/>
          <a:chExt cx="0" cy="0"/>
        </a:xfrm>
      </p:grpSpPr>
      <p:sp>
        <p:nvSpPr>
          <p:cNvPr id="669" name="Google Shape;669;p29"/>
          <p:cNvSpPr txBox="1"/>
          <p:nvPr/>
        </p:nvSpPr>
        <p:spPr>
          <a:xfrm>
            <a:off x="2868967" y="1"/>
            <a:ext cx="6454066" cy="1233996"/>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lt1"/>
              </a:buClr>
              <a:buSzPts val="3600"/>
              <a:buFont typeface="Century Gothic" panose="020B0502020202020204"/>
              <a:buNone/>
            </a:pPr>
            <a:r>
              <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rPr>
              <a:t>ABLAUFDIAGRAMM</a:t>
            </a:r>
            <a:endPar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670" name="Google Shape;670;p29"/>
          <p:cNvSpPr txBox="1"/>
          <p:nvPr/>
        </p:nvSpPr>
        <p:spPr>
          <a:xfrm>
            <a:off x="759053" y="1331803"/>
            <a:ext cx="8934077" cy="507831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Modularer Aufbau</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Arial" panose="020B0604020202090204"/>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3 voneinander unabhängige Funktionalitäten: Greifer, Hub, Fahrt</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457200" marR="0" lvl="1" indent="0" algn="l" rtl="0">
              <a:spcBef>
                <a:spcPts val="0"/>
              </a:spcBef>
              <a:spcAft>
                <a:spcPts val="0"/>
              </a:spcAft>
              <a:buNone/>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     → getrennte Schrittketten entwickelt</a:t>
            </a: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457200" marR="0" lvl="1" indent="0" algn="l" rtl="0">
              <a:spcBef>
                <a:spcPts val="0"/>
              </a:spcBef>
              <a:spcAft>
                <a:spcPts val="0"/>
              </a:spcAft>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Besonderes Augenmerk: KEINE Logik integrieren!</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457200" marR="0" lvl="1" indent="0" algn="l" rtl="0">
              <a:spcBef>
                <a:spcPts val="0"/>
              </a:spcBef>
              <a:spcAft>
                <a:spcPts val="0"/>
              </a:spcAft>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Arial" panose="020B0604020202090204"/>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671" name="Google Shape;671;p29"/>
          <p:cNvPicPr preferRelativeResize="0"/>
          <p:nvPr/>
        </p:nvPicPr>
        <p:blipFill rotWithShape="1">
          <a:blip r:embed="rId1"/>
          <a:srcRect/>
          <a:stretch>
            <a:fillRect/>
          </a:stretch>
        </p:blipFill>
        <p:spPr>
          <a:xfrm>
            <a:off x="617904" y="3193683"/>
            <a:ext cx="5280515" cy="3117851"/>
          </a:xfrm>
          <a:prstGeom prst="rect">
            <a:avLst/>
          </a:prstGeom>
          <a:noFill/>
          <a:ln>
            <a:noFill/>
          </a:ln>
        </p:spPr>
      </p:pic>
      <p:pic>
        <p:nvPicPr>
          <p:cNvPr id="672" name="Google Shape;672;p29"/>
          <p:cNvPicPr preferRelativeResize="0"/>
          <p:nvPr/>
        </p:nvPicPr>
        <p:blipFill rotWithShape="1">
          <a:blip r:embed="rId2"/>
          <a:srcRect/>
          <a:stretch>
            <a:fillRect/>
          </a:stretch>
        </p:blipFill>
        <p:spPr>
          <a:xfrm>
            <a:off x="6235211" y="3183670"/>
            <a:ext cx="5338885" cy="3127864"/>
          </a:xfrm>
          <a:prstGeom prst="rect">
            <a:avLst/>
          </a:prstGeom>
          <a:noFill/>
          <a:ln>
            <a:noFill/>
          </a:ln>
        </p:spPr>
      </p:pic>
      <p:sp>
        <p:nvSpPr>
          <p:cNvPr id="673" name="Google Shape;673;p29"/>
          <p:cNvSpPr txBox="1"/>
          <p:nvPr>
            <p:ph type="sldNum" idx="12"/>
          </p:nvPr>
        </p:nvSpPr>
        <p:spPr>
          <a:xfrm>
            <a:off x="11047046" y="6262321"/>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677" name="Shape 677"/>
        <p:cNvGrpSpPr/>
        <p:nvPr/>
      </p:nvGrpSpPr>
      <p:grpSpPr>
        <a:xfrm>
          <a:off x="0" y="0"/>
          <a:ext cx="0" cy="0"/>
          <a:chOff x="0" y="0"/>
          <a:chExt cx="0" cy="0"/>
        </a:xfrm>
      </p:grpSpPr>
      <p:sp>
        <p:nvSpPr>
          <p:cNvPr id="678" name="Google Shape;678;p30"/>
          <p:cNvSpPr txBox="1"/>
          <p:nvPr/>
        </p:nvSpPr>
        <p:spPr>
          <a:xfrm>
            <a:off x="2868967" y="1"/>
            <a:ext cx="6454066" cy="1233996"/>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lt1"/>
              </a:buClr>
              <a:buSzPts val="3600"/>
              <a:buFont typeface="Century Gothic" panose="020B0502020202020204"/>
              <a:buNone/>
            </a:pPr>
            <a:r>
              <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rPr>
              <a:t>ABLAUFDIAGRAMM</a:t>
            </a:r>
            <a:endPar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679" name="Google Shape;679;p30"/>
          <p:cNvPicPr preferRelativeResize="0"/>
          <p:nvPr/>
        </p:nvPicPr>
        <p:blipFill rotWithShape="1">
          <a:blip r:embed="rId1"/>
          <a:srcRect/>
          <a:stretch>
            <a:fillRect/>
          </a:stretch>
        </p:blipFill>
        <p:spPr>
          <a:xfrm>
            <a:off x="1110343" y="1136343"/>
            <a:ext cx="9971314" cy="5372538"/>
          </a:xfrm>
          <a:prstGeom prst="rect">
            <a:avLst/>
          </a:prstGeom>
          <a:noFill/>
          <a:ln>
            <a:noFill/>
          </a:ln>
        </p:spPr>
      </p:pic>
      <p:sp>
        <p:nvSpPr>
          <p:cNvPr id="680" name="Google Shape;680;p30"/>
          <p:cNvSpPr txBox="1"/>
          <p:nvPr>
            <p:ph type="sldNum" idx="12"/>
          </p:nvPr>
        </p:nvSpPr>
        <p:spPr>
          <a:xfrm>
            <a:off x="11047046" y="6262321"/>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684" name="Shape 684"/>
        <p:cNvGrpSpPr/>
        <p:nvPr/>
      </p:nvGrpSpPr>
      <p:grpSpPr>
        <a:xfrm>
          <a:off x="0" y="0"/>
          <a:ext cx="0" cy="0"/>
          <a:chOff x="0" y="0"/>
          <a:chExt cx="0" cy="0"/>
        </a:xfrm>
      </p:grpSpPr>
      <p:sp>
        <p:nvSpPr>
          <p:cNvPr id="685" name="Google Shape;685;p31"/>
          <p:cNvSpPr txBox="1"/>
          <p:nvPr/>
        </p:nvSpPr>
        <p:spPr>
          <a:xfrm>
            <a:off x="2868967" y="1"/>
            <a:ext cx="6454066" cy="1233996"/>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lt1"/>
              </a:buClr>
              <a:buSzPts val="3600"/>
              <a:buFont typeface="Century Gothic" panose="020B0502020202020204"/>
              <a:buNone/>
            </a:pPr>
            <a:r>
              <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rPr>
              <a:t>ERSTELLUNG DER SOFTWARE</a:t>
            </a:r>
            <a:endPar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686" name="Google Shape;686;p31"/>
          <p:cNvSpPr txBox="1"/>
          <p:nvPr/>
        </p:nvSpPr>
        <p:spPr>
          <a:xfrm>
            <a:off x="759053" y="1331803"/>
            <a:ext cx="8035308" cy="4524315"/>
          </a:xfrm>
          <a:prstGeom prst="rect">
            <a:avLst/>
          </a:prstGeom>
          <a:noFill/>
          <a:ln>
            <a:noFill/>
          </a:ln>
        </p:spPr>
        <p:txBody>
          <a:bodyPr spcFirstLastPara="1" wrap="square" lIns="91425" tIns="45700" rIns="91425" bIns="45700" anchor="t" anchorCtr="0">
            <a:spAutoFit/>
          </a:bodyPr>
          <a:lstStyle/>
          <a:p>
            <a:pPr marL="742950" marR="0" lvl="1" indent="-285750" algn="l" rtl="0">
              <a:spcBef>
                <a:spcPts val="0"/>
              </a:spcBef>
              <a:spcAft>
                <a:spcPts val="0"/>
              </a:spcAft>
              <a:buClr>
                <a:schemeClr val="lt1"/>
              </a:buClr>
              <a:buSzPts val="1800"/>
              <a:buFont typeface="Noto Sans Symbols"/>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Zustände als Static Variablen ("Gedächtnis")</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285750" algn="l" rtl="0">
              <a:spcBef>
                <a:spcPts val="0"/>
              </a:spcBef>
              <a:spcAft>
                <a:spcPts val="0"/>
              </a:spcAft>
              <a:buClr>
                <a:schemeClr val="lt1"/>
              </a:buClr>
              <a:buSzPts val="1800"/>
              <a:buFont typeface="Noto Sans Symbols"/>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Interne Ein- und Ausgänge zur mehrfachen Instanziierung</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Arial" panose="020B0604020202090204"/>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687" name="Google Shape;687;p31"/>
          <p:cNvPicPr preferRelativeResize="0"/>
          <p:nvPr/>
        </p:nvPicPr>
        <p:blipFill rotWithShape="1">
          <a:blip r:embed="rId1"/>
          <a:srcRect/>
          <a:stretch>
            <a:fillRect/>
          </a:stretch>
        </p:blipFill>
        <p:spPr>
          <a:xfrm>
            <a:off x="558476" y="3318501"/>
            <a:ext cx="5924550" cy="3000375"/>
          </a:xfrm>
          <a:prstGeom prst="rect">
            <a:avLst/>
          </a:prstGeom>
          <a:noFill/>
          <a:ln>
            <a:noFill/>
          </a:ln>
        </p:spPr>
      </p:pic>
      <p:pic>
        <p:nvPicPr>
          <p:cNvPr id="688" name="Google Shape;688;p31" descr="Ein Bild, das Tisch enthält.&#10;&#10;Beschreibung automatisch generiert."/>
          <p:cNvPicPr preferRelativeResize="0"/>
          <p:nvPr/>
        </p:nvPicPr>
        <p:blipFill rotWithShape="1">
          <a:blip r:embed="rId2"/>
          <a:srcRect/>
          <a:stretch>
            <a:fillRect/>
          </a:stretch>
        </p:blipFill>
        <p:spPr>
          <a:xfrm>
            <a:off x="8964244" y="1066838"/>
            <a:ext cx="2450124" cy="2809552"/>
          </a:xfrm>
          <a:prstGeom prst="rect">
            <a:avLst/>
          </a:prstGeom>
          <a:noFill/>
          <a:ln>
            <a:noFill/>
          </a:ln>
        </p:spPr>
      </p:pic>
      <p:pic>
        <p:nvPicPr>
          <p:cNvPr id="689" name="Google Shape;689;p31" descr="Ein Bild, das Text enthält.&#10;&#10;Beschreibung automatisch generiert."/>
          <p:cNvPicPr preferRelativeResize="0"/>
          <p:nvPr/>
        </p:nvPicPr>
        <p:blipFill rotWithShape="1">
          <a:blip r:embed="rId3"/>
          <a:srcRect/>
          <a:stretch>
            <a:fillRect/>
          </a:stretch>
        </p:blipFill>
        <p:spPr>
          <a:xfrm>
            <a:off x="6697784" y="3959543"/>
            <a:ext cx="4716584" cy="2348377"/>
          </a:xfrm>
          <a:prstGeom prst="rect">
            <a:avLst/>
          </a:prstGeom>
          <a:noFill/>
          <a:ln>
            <a:noFill/>
          </a:ln>
        </p:spPr>
      </p:pic>
      <p:sp>
        <p:nvSpPr>
          <p:cNvPr id="690" name="Google Shape;690;p31"/>
          <p:cNvSpPr txBox="1"/>
          <p:nvPr>
            <p:ph type="sldNum" idx="12"/>
          </p:nvPr>
        </p:nvSpPr>
        <p:spPr>
          <a:xfrm>
            <a:off x="11086123" y="623301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694" name="Shape 694"/>
        <p:cNvGrpSpPr/>
        <p:nvPr/>
      </p:nvGrpSpPr>
      <p:grpSpPr>
        <a:xfrm>
          <a:off x="0" y="0"/>
          <a:ext cx="0" cy="0"/>
          <a:chOff x="0" y="0"/>
          <a:chExt cx="0" cy="0"/>
        </a:xfrm>
      </p:grpSpPr>
      <p:sp>
        <p:nvSpPr>
          <p:cNvPr id="695" name="Google Shape;695;p32"/>
          <p:cNvSpPr txBox="1"/>
          <p:nvPr/>
        </p:nvSpPr>
        <p:spPr>
          <a:xfrm>
            <a:off x="2868967" y="1"/>
            <a:ext cx="6454066" cy="1233996"/>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lt1"/>
              </a:buClr>
              <a:buSzPts val="3600"/>
              <a:buFont typeface="Century Gothic" panose="020B0502020202020204"/>
              <a:buNone/>
            </a:pPr>
            <a:r>
              <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rPr>
              <a:t>ERSTELLUNG DER SOFTWARE</a:t>
            </a:r>
            <a:endParaRPr lang="de-DE" sz="36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696" name="Google Shape;696;p32"/>
          <p:cNvSpPr txBox="1"/>
          <p:nvPr/>
        </p:nvSpPr>
        <p:spPr>
          <a:xfrm>
            <a:off x="759053" y="1331803"/>
            <a:ext cx="9666769" cy="3693319"/>
          </a:xfrm>
          <a:prstGeom prst="rect">
            <a:avLst/>
          </a:prstGeom>
          <a:noFill/>
          <a:ln>
            <a:noFill/>
          </a:ln>
        </p:spPr>
        <p:txBody>
          <a:bodyPr spcFirstLastPara="1" wrap="square" lIns="91425" tIns="45700" rIns="91425" bIns="45700" anchor="t" anchorCtr="0">
            <a:spAutoFit/>
          </a:bodyPr>
          <a:lstStyle/>
          <a:p>
            <a:pPr marL="742950" marR="0" lvl="1" indent="-285750" algn="l" rtl="0">
              <a:spcBef>
                <a:spcPts val="0"/>
              </a:spcBef>
              <a:spcAft>
                <a:spcPts val="0"/>
              </a:spcAft>
              <a:buClr>
                <a:schemeClr val="lt1"/>
              </a:buClr>
              <a:buSzPts val="1800"/>
              <a:buFont typeface="Noto Sans Symbols"/>
              <a:buChar char="▪"/>
            </a:pPr>
            <a:r>
              <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Exemplarischer Aufruf des FBs im OB1 mit Verknüpfung zur Schnittstelle</a:t>
            </a:r>
            <a:endParaRPr lang="de-DE"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Arial" panose="020B0604020202090204"/>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742950" marR="0" lvl="1" indent="-171450" algn="l" rtl="0">
              <a:spcBef>
                <a:spcPts val="0"/>
              </a:spcBef>
              <a:spcAft>
                <a:spcPts val="0"/>
              </a:spcAft>
              <a:buClr>
                <a:schemeClr val="lt1"/>
              </a:buClr>
              <a:buSzPts val="1800"/>
              <a:buFont typeface="Arial" panose="020B0604020202090204"/>
              <a:buNone/>
            </a:pPr>
            <a:endPara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697" name="Google Shape;697;p32" descr="Ein Bild, das Text enthält.&#10;&#10;Beschreibung automatisch generiert."/>
          <p:cNvPicPr preferRelativeResize="0"/>
          <p:nvPr/>
        </p:nvPicPr>
        <p:blipFill rotWithShape="1">
          <a:blip r:embed="rId1"/>
          <a:srcRect/>
          <a:stretch>
            <a:fillRect/>
          </a:stretch>
        </p:blipFill>
        <p:spPr>
          <a:xfrm>
            <a:off x="1578708" y="2185165"/>
            <a:ext cx="9034583" cy="3860711"/>
          </a:xfrm>
          <a:prstGeom prst="rect">
            <a:avLst/>
          </a:prstGeom>
          <a:noFill/>
          <a:ln>
            <a:noFill/>
          </a:ln>
        </p:spPr>
      </p:pic>
      <p:sp>
        <p:nvSpPr>
          <p:cNvPr id="698" name="Google Shape;698;p32"/>
          <p:cNvSpPr txBox="1"/>
          <p:nvPr>
            <p:ph type="sldNum" idx="12"/>
          </p:nvPr>
        </p:nvSpPr>
        <p:spPr>
          <a:xfrm>
            <a:off x="11017738" y="6223244"/>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702" name="Shape 702"/>
        <p:cNvGrpSpPr/>
        <p:nvPr/>
      </p:nvGrpSpPr>
      <p:grpSpPr>
        <a:xfrm>
          <a:off x="0" y="0"/>
          <a:ext cx="0" cy="0"/>
          <a:chOff x="0" y="0"/>
          <a:chExt cx="0" cy="0"/>
        </a:xfrm>
      </p:grpSpPr>
      <p:pic>
        <p:nvPicPr>
          <p:cNvPr id="703" name="Google Shape;703;p33" descr="Abstract render of glass nodes and mesh"/>
          <p:cNvPicPr preferRelativeResize="0"/>
          <p:nvPr/>
        </p:nvPicPr>
        <p:blipFill rotWithShape="1">
          <a:blip r:embed="rId1">
            <a:alphaModFix amt="45000"/>
          </a:blip>
          <a:srcRect t="9150" b="5623"/>
          <a:stretch>
            <a:fillRect/>
          </a:stretch>
        </p:blipFill>
        <p:spPr>
          <a:xfrm>
            <a:off x="1" y="8477"/>
            <a:ext cx="12191999" cy="6857989"/>
          </a:xfrm>
          <a:prstGeom prst="rect">
            <a:avLst/>
          </a:prstGeom>
          <a:noFill/>
          <a:ln>
            <a:noFill/>
          </a:ln>
        </p:spPr>
      </p:pic>
      <p:sp>
        <p:nvSpPr>
          <p:cNvPr id="704" name="Google Shape;704;p33"/>
          <p:cNvSpPr txBox="1"/>
          <p:nvPr>
            <p:ph type="ctrTitle"/>
          </p:nvPr>
        </p:nvSpPr>
        <p:spPr>
          <a:xfrm>
            <a:off x="1769532" y="2091263"/>
            <a:ext cx="8652938" cy="2461504"/>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800"/>
              <a:buFont typeface="Century Gothic" panose="020B0502020202020204"/>
              <a:buNone/>
            </a:pPr>
            <a:r>
              <a:rPr lang="de-DE"/>
              <a:t>DIE FARBE</a:t>
            </a:r>
            <a:br>
              <a:rPr lang="de-DE"/>
            </a:br>
            <a:r>
              <a:rPr lang="de-DE"/>
              <a:t>DER WERKSTÜCKE</a:t>
            </a:r>
            <a:endParaRPr lang="de-DE"/>
          </a:p>
        </p:txBody>
      </p:sp>
      <p:sp>
        <p:nvSpPr>
          <p:cNvPr id="705" name="Google Shape;705;p33"/>
          <p:cNvSpPr txBox="1"/>
          <p:nvPr>
            <p:ph type="subTitle" idx="1"/>
          </p:nvPr>
        </p:nvSpPr>
        <p:spPr>
          <a:xfrm>
            <a:off x="1769532" y="4623127"/>
            <a:ext cx="8655200" cy="45720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80"/>
              <a:buNone/>
            </a:pPr>
            <a:endParaRPr>
              <a:solidFill>
                <a:schemeClr val="lt1"/>
              </a:solidFill>
            </a:endParaRPr>
          </a:p>
        </p:txBody>
      </p:sp>
      <p:sp>
        <p:nvSpPr>
          <p:cNvPr id="706" name="Google Shape;706;p33"/>
          <p:cNvSpPr txBox="1"/>
          <p:nvPr>
            <p:ph type="sldNum" idx="12"/>
          </p:nvPr>
        </p:nvSpPr>
        <p:spPr>
          <a:xfrm>
            <a:off x="11047046"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710" name="Shape 710"/>
        <p:cNvGrpSpPr/>
        <p:nvPr/>
      </p:nvGrpSpPr>
      <p:grpSpPr>
        <a:xfrm>
          <a:off x="0" y="0"/>
          <a:ext cx="0" cy="0"/>
          <a:chOff x="0" y="0"/>
          <a:chExt cx="0" cy="0"/>
        </a:xfrm>
      </p:grpSpPr>
      <p:sp>
        <p:nvSpPr>
          <p:cNvPr id="711" name="Google Shape;711;p34"/>
          <p:cNvSpPr txBox="1"/>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3600"/>
              <a:buFont typeface="Century Gothic" panose="020B0502020202020204"/>
              <a:buNone/>
            </a:pPr>
            <a:r>
              <a:rPr lang="de-DE"/>
              <a:t>VORGEHENSWEISE</a:t>
            </a:r>
            <a:endParaRPr lang="de-DE"/>
          </a:p>
        </p:txBody>
      </p:sp>
      <p:grpSp>
        <p:nvGrpSpPr>
          <p:cNvPr id="712" name="Google Shape;712;p34"/>
          <p:cNvGrpSpPr/>
          <p:nvPr/>
        </p:nvGrpSpPr>
        <p:grpSpPr>
          <a:xfrm>
            <a:off x="1066800" y="2310063"/>
            <a:ext cx="10058399" cy="3725611"/>
            <a:chOff x="0" y="0"/>
            <a:chExt cx="10058399" cy="3725611"/>
          </a:xfrm>
        </p:grpSpPr>
        <p:sp>
          <p:nvSpPr>
            <p:cNvPr id="713" name="Google Shape;713;p34"/>
            <p:cNvSpPr/>
            <p:nvPr/>
          </p:nvSpPr>
          <p:spPr>
            <a:xfrm>
              <a:off x="0" y="0"/>
              <a:ext cx="7744967" cy="670610"/>
            </a:xfrm>
            <a:prstGeom prst="roundRect">
              <a:avLst>
                <a:gd name="adj" fmla="val 10000"/>
              </a:avLst>
            </a:prstGeom>
            <a:solidFill>
              <a:srgbClr val="A50E81"/>
            </a:solid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4" name="Google Shape;714;p34"/>
            <p:cNvSpPr txBox="1"/>
            <p:nvPr/>
          </p:nvSpPr>
          <p:spPr>
            <a:xfrm>
              <a:off x="19641" y="19641"/>
              <a:ext cx="6942866" cy="631328"/>
            </a:xfrm>
            <a:prstGeom prst="rect">
              <a:avLst/>
            </a:prstGeom>
            <a:noFill/>
            <a:ln>
              <a:noFill/>
            </a:ln>
          </p:spPr>
          <p:txBody>
            <a:bodyPr spcFirstLastPara="1" wrap="square" lIns="110475" tIns="110475" rIns="110475" bIns="110475" anchor="ctr" anchorCtr="0">
              <a:noAutofit/>
            </a:bodyPr>
            <a:lstStyle/>
            <a:p>
              <a:pPr marL="0" marR="0" lvl="0" indent="0" algn="l" rtl="0">
                <a:lnSpc>
                  <a:spcPct val="90000"/>
                </a:lnSpc>
                <a:spcBef>
                  <a:spcPts val="0"/>
                </a:spcBef>
                <a:spcAft>
                  <a:spcPts val="0"/>
                </a:spcAft>
                <a:buClr>
                  <a:schemeClr val="lt1"/>
                </a:buClr>
                <a:buSzPts val="2900"/>
                <a:buFont typeface="Century Gothic" panose="020B0502020202020204"/>
                <a:buNone/>
              </a:pPr>
              <a:r>
                <a:rPr lang="de-DE" sz="2900">
                  <a:solidFill>
                    <a:schemeClr val="lt1"/>
                  </a:solidFill>
                  <a:latin typeface="Century Gothic" panose="020B0502020202020204"/>
                  <a:ea typeface="Century Gothic" panose="020B0502020202020204"/>
                  <a:cs typeface="Century Gothic" panose="020B0502020202020204"/>
                  <a:sym typeface="Century Gothic" panose="020B0502020202020204"/>
                </a:rPr>
                <a:t>Task verstehen </a:t>
              </a:r>
              <a:endParaRPr sz="2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15" name="Google Shape;715;p34"/>
            <p:cNvSpPr/>
            <p:nvPr/>
          </p:nvSpPr>
          <p:spPr>
            <a:xfrm>
              <a:off x="578358" y="763750"/>
              <a:ext cx="7744967" cy="670610"/>
            </a:xfrm>
            <a:prstGeom prst="roundRect">
              <a:avLst>
                <a:gd name="adj" fmla="val 10000"/>
              </a:avLst>
            </a:prstGeom>
            <a:solidFill>
              <a:srgbClr val="690EA0"/>
            </a:solid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6" name="Google Shape;716;p34"/>
            <p:cNvSpPr txBox="1"/>
            <p:nvPr/>
          </p:nvSpPr>
          <p:spPr>
            <a:xfrm>
              <a:off x="597999" y="783391"/>
              <a:ext cx="6691431" cy="631328"/>
            </a:xfrm>
            <a:prstGeom prst="rect">
              <a:avLst/>
            </a:prstGeom>
            <a:noFill/>
            <a:ln>
              <a:noFill/>
            </a:ln>
          </p:spPr>
          <p:txBody>
            <a:bodyPr spcFirstLastPara="1" wrap="square" lIns="110475" tIns="110475" rIns="110475" bIns="110475" anchor="ctr" anchorCtr="0">
              <a:noAutofit/>
            </a:bodyPr>
            <a:lstStyle/>
            <a:p>
              <a:pPr marL="0" marR="0" lvl="0" indent="0" algn="l" rtl="0">
                <a:lnSpc>
                  <a:spcPct val="90000"/>
                </a:lnSpc>
                <a:spcBef>
                  <a:spcPts val="0"/>
                </a:spcBef>
                <a:spcAft>
                  <a:spcPts val="0"/>
                </a:spcAft>
                <a:buClr>
                  <a:schemeClr val="lt1"/>
                </a:buClr>
                <a:buSzPts val="2900"/>
                <a:buFont typeface="Century Gothic" panose="020B0502020202020204"/>
                <a:buNone/>
              </a:pPr>
              <a:r>
                <a:rPr lang="de-DE" sz="2900">
                  <a:solidFill>
                    <a:schemeClr val="lt1"/>
                  </a:solidFill>
                  <a:latin typeface="Century Gothic" panose="020B0502020202020204"/>
                  <a:ea typeface="Century Gothic" panose="020B0502020202020204"/>
                  <a:cs typeface="Century Gothic" panose="020B0502020202020204"/>
                  <a:sym typeface="Century Gothic" panose="020B0502020202020204"/>
                </a:rPr>
                <a:t>Ideen sammeln</a:t>
              </a:r>
              <a:endParaRPr sz="2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17" name="Google Shape;717;p34"/>
            <p:cNvSpPr/>
            <p:nvPr/>
          </p:nvSpPr>
          <p:spPr>
            <a:xfrm>
              <a:off x="1156716" y="1527500"/>
              <a:ext cx="7744967" cy="670610"/>
            </a:xfrm>
            <a:prstGeom prst="roundRect">
              <a:avLst>
                <a:gd name="adj" fmla="val 10000"/>
              </a:avLst>
            </a:prstGeom>
            <a:solidFill>
              <a:srgbClr val="12109C"/>
            </a:solid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8" name="Google Shape;718;p34"/>
            <p:cNvSpPr txBox="1"/>
            <p:nvPr/>
          </p:nvSpPr>
          <p:spPr>
            <a:xfrm>
              <a:off x="1176357" y="1547141"/>
              <a:ext cx="6691431" cy="631328"/>
            </a:xfrm>
            <a:prstGeom prst="rect">
              <a:avLst/>
            </a:prstGeom>
            <a:noFill/>
            <a:ln>
              <a:noFill/>
            </a:ln>
          </p:spPr>
          <p:txBody>
            <a:bodyPr spcFirstLastPara="1" wrap="square" lIns="110475" tIns="110475" rIns="110475" bIns="110475" anchor="ctr" anchorCtr="0">
              <a:noAutofit/>
            </a:bodyPr>
            <a:lstStyle/>
            <a:p>
              <a:pPr marL="0" marR="0" lvl="0" indent="0" algn="l" rtl="0">
                <a:lnSpc>
                  <a:spcPct val="90000"/>
                </a:lnSpc>
                <a:spcBef>
                  <a:spcPts val="0"/>
                </a:spcBef>
                <a:spcAft>
                  <a:spcPts val="0"/>
                </a:spcAft>
                <a:buClr>
                  <a:schemeClr val="lt1"/>
                </a:buClr>
                <a:buSzPts val="2900"/>
                <a:buFont typeface="Century Gothic" panose="020B0502020202020204"/>
                <a:buNone/>
              </a:pPr>
              <a:r>
                <a:rPr lang="de-DE" sz="2900">
                  <a:solidFill>
                    <a:schemeClr val="lt1"/>
                  </a:solidFill>
                  <a:latin typeface="Century Gothic" panose="020B0502020202020204"/>
                  <a:ea typeface="Century Gothic" panose="020B0502020202020204"/>
                  <a:cs typeface="Century Gothic" panose="020B0502020202020204"/>
                  <a:sym typeface="Century Gothic" panose="020B0502020202020204"/>
                </a:rPr>
                <a:t>Bugs bzw. Fehler herausfinden</a:t>
              </a:r>
              <a:endParaRPr sz="2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19" name="Google Shape;719;p34"/>
            <p:cNvSpPr/>
            <p:nvPr/>
          </p:nvSpPr>
          <p:spPr>
            <a:xfrm>
              <a:off x="1735073" y="2291251"/>
              <a:ext cx="7744967" cy="670610"/>
            </a:xfrm>
            <a:prstGeom prst="roundRect">
              <a:avLst>
                <a:gd name="adj" fmla="val 10000"/>
              </a:avLst>
            </a:prstGeom>
            <a:solidFill>
              <a:srgbClr val="126298"/>
            </a:solid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 name="Google Shape;720;p34"/>
            <p:cNvSpPr txBox="1"/>
            <p:nvPr/>
          </p:nvSpPr>
          <p:spPr>
            <a:xfrm>
              <a:off x="1754714" y="2310892"/>
              <a:ext cx="6691431" cy="631328"/>
            </a:xfrm>
            <a:prstGeom prst="rect">
              <a:avLst/>
            </a:prstGeom>
            <a:noFill/>
            <a:ln>
              <a:noFill/>
            </a:ln>
          </p:spPr>
          <p:txBody>
            <a:bodyPr spcFirstLastPara="1" wrap="square" lIns="110475" tIns="110475" rIns="110475" bIns="110475" anchor="ctr" anchorCtr="0">
              <a:noAutofit/>
            </a:bodyPr>
            <a:lstStyle/>
            <a:p>
              <a:pPr marL="0" marR="0" lvl="0" indent="0" algn="l" rtl="0">
                <a:lnSpc>
                  <a:spcPct val="90000"/>
                </a:lnSpc>
                <a:spcBef>
                  <a:spcPts val="0"/>
                </a:spcBef>
                <a:spcAft>
                  <a:spcPts val="0"/>
                </a:spcAft>
                <a:buClr>
                  <a:schemeClr val="lt1"/>
                </a:buClr>
                <a:buSzPts val="2900"/>
                <a:buFont typeface="Century Gothic" panose="020B0502020202020204"/>
                <a:buNone/>
              </a:pPr>
              <a:r>
                <a:rPr lang="de-DE" sz="2900">
                  <a:solidFill>
                    <a:schemeClr val="lt1"/>
                  </a:solidFill>
                  <a:latin typeface="Century Gothic" panose="020B0502020202020204"/>
                  <a:ea typeface="Century Gothic" panose="020B0502020202020204"/>
                  <a:cs typeface="Century Gothic" panose="020B0502020202020204"/>
                  <a:sym typeface="Century Gothic" panose="020B0502020202020204"/>
                </a:rPr>
                <a:t>Bessere Idee </a:t>
              </a:r>
              <a:endParaRPr sz="2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21" name="Google Shape;721;p34"/>
            <p:cNvSpPr/>
            <p:nvPr/>
          </p:nvSpPr>
          <p:spPr>
            <a:xfrm>
              <a:off x="2313432" y="3055001"/>
              <a:ext cx="7744967" cy="670610"/>
            </a:xfrm>
            <a:prstGeom prst="roundRect">
              <a:avLst>
                <a:gd name="adj" fmla="val 10000"/>
              </a:avLst>
            </a:prstGeom>
            <a:solidFill>
              <a:srgbClr val="13957A"/>
            </a:solid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2" name="Google Shape;722;p34"/>
            <p:cNvSpPr txBox="1"/>
            <p:nvPr/>
          </p:nvSpPr>
          <p:spPr>
            <a:xfrm>
              <a:off x="2333073" y="3074642"/>
              <a:ext cx="6691431" cy="631328"/>
            </a:xfrm>
            <a:prstGeom prst="rect">
              <a:avLst/>
            </a:prstGeom>
            <a:noFill/>
            <a:ln>
              <a:noFill/>
            </a:ln>
          </p:spPr>
          <p:txBody>
            <a:bodyPr spcFirstLastPara="1" wrap="square" lIns="110475" tIns="110475" rIns="110475" bIns="110475" anchor="ctr" anchorCtr="0">
              <a:noAutofit/>
            </a:bodyPr>
            <a:lstStyle/>
            <a:p>
              <a:pPr marL="0" marR="0" lvl="0" indent="0" algn="l" rtl="0">
                <a:lnSpc>
                  <a:spcPct val="90000"/>
                </a:lnSpc>
                <a:spcBef>
                  <a:spcPts val="0"/>
                </a:spcBef>
                <a:spcAft>
                  <a:spcPts val="0"/>
                </a:spcAft>
                <a:buClr>
                  <a:schemeClr val="lt1"/>
                </a:buClr>
                <a:buSzPts val="2900"/>
                <a:buFont typeface="Century Gothic" panose="020B0502020202020204"/>
                <a:buNone/>
              </a:pPr>
              <a:r>
                <a:rPr lang="de-DE" sz="2900">
                  <a:solidFill>
                    <a:schemeClr val="lt1"/>
                  </a:solidFill>
                  <a:latin typeface="Century Gothic" panose="020B0502020202020204"/>
                  <a:ea typeface="Century Gothic" panose="020B0502020202020204"/>
                  <a:cs typeface="Century Gothic" panose="020B0502020202020204"/>
                  <a:sym typeface="Century Gothic" panose="020B0502020202020204"/>
                </a:rPr>
                <a:t>Testen </a:t>
              </a:r>
              <a:endParaRPr sz="29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23" name="Google Shape;723;p34"/>
            <p:cNvSpPr/>
            <p:nvPr/>
          </p:nvSpPr>
          <p:spPr>
            <a:xfrm>
              <a:off x="7309071" y="489917"/>
              <a:ext cx="435896" cy="435896"/>
            </a:xfrm>
            <a:prstGeom prst="downArrow">
              <a:avLst>
                <a:gd name="adj1" fmla="val 55000"/>
                <a:gd name="adj2" fmla="val 45000"/>
              </a:avLst>
            </a:prstGeom>
            <a:solidFill>
              <a:srgbClr val="DEC9D5">
                <a:alpha val="90196"/>
              </a:srgbClr>
            </a:solidFill>
            <a:ln w="15875" cap="rnd" cmpd="sng">
              <a:solidFill>
                <a:srgbClr val="DEC9D5">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4" name="Google Shape;724;p34"/>
            <p:cNvSpPr txBox="1"/>
            <p:nvPr/>
          </p:nvSpPr>
          <p:spPr>
            <a:xfrm>
              <a:off x="7407148" y="489917"/>
              <a:ext cx="239742" cy="328012"/>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lt1"/>
                </a:buClr>
                <a:buSzPts val="2000"/>
                <a:buFont typeface="Century Gothic" panose="020B0502020202020204"/>
                <a:buNone/>
              </a:pP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25" name="Google Shape;725;p34"/>
            <p:cNvSpPr/>
            <p:nvPr/>
          </p:nvSpPr>
          <p:spPr>
            <a:xfrm>
              <a:off x="7887429" y="1253668"/>
              <a:ext cx="435896" cy="435896"/>
            </a:xfrm>
            <a:prstGeom prst="downArrow">
              <a:avLst>
                <a:gd name="adj1" fmla="val 55000"/>
                <a:gd name="adj2" fmla="val 45000"/>
              </a:avLst>
            </a:prstGeom>
            <a:solidFill>
              <a:srgbClr val="D2C9DD">
                <a:alpha val="90196"/>
              </a:srgbClr>
            </a:solidFill>
            <a:ln w="15875" cap="rnd" cmpd="sng">
              <a:solidFill>
                <a:srgbClr val="D2C9DD">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6" name="Google Shape;726;p34"/>
            <p:cNvSpPr txBox="1"/>
            <p:nvPr/>
          </p:nvSpPr>
          <p:spPr>
            <a:xfrm>
              <a:off x="7985506" y="1253668"/>
              <a:ext cx="239742" cy="328012"/>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lt1"/>
                </a:buClr>
                <a:buSzPts val="2000"/>
                <a:buFont typeface="Century Gothic" panose="020B0502020202020204"/>
                <a:buNone/>
              </a:pP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27" name="Google Shape;727;p34"/>
            <p:cNvSpPr/>
            <p:nvPr/>
          </p:nvSpPr>
          <p:spPr>
            <a:xfrm>
              <a:off x="8465787" y="2006242"/>
              <a:ext cx="435896" cy="435896"/>
            </a:xfrm>
            <a:prstGeom prst="downArrow">
              <a:avLst>
                <a:gd name="adj1" fmla="val 55000"/>
                <a:gd name="adj2" fmla="val 45000"/>
              </a:avLst>
            </a:prstGeom>
            <a:solidFill>
              <a:srgbClr val="C9D2DC">
                <a:alpha val="90196"/>
              </a:srgbClr>
            </a:solidFill>
            <a:ln w="15875" cap="rnd" cmpd="sng">
              <a:solidFill>
                <a:srgbClr val="C9D2DC">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8" name="Google Shape;728;p34"/>
            <p:cNvSpPr txBox="1"/>
            <p:nvPr/>
          </p:nvSpPr>
          <p:spPr>
            <a:xfrm>
              <a:off x="8563864" y="2006242"/>
              <a:ext cx="239742" cy="328012"/>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lt1"/>
                </a:buClr>
                <a:buSzPts val="2000"/>
                <a:buFont typeface="Century Gothic" panose="020B0502020202020204"/>
                <a:buNone/>
              </a:pP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29" name="Google Shape;729;p34"/>
            <p:cNvSpPr/>
            <p:nvPr/>
          </p:nvSpPr>
          <p:spPr>
            <a:xfrm>
              <a:off x="9044145" y="2777443"/>
              <a:ext cx="435896" cy="435896"/>
            </a:xfrm>
            <a:prstGeom prst="downArrow">
              <a:avLst>
                <a:gd name="adj1" fmla="val 55000"/>
                <a:gd name="adj2" fmla="val 45000"/>
              </a:avLst>
            </a:prstGeom>
            <a:solidFill>
              <a:srgbClr val="C9DAD4">
                <a:alpha val="90196"/>
              </a:srgbClr>
            </a:solidFill>
            <a:ln w="15875" cap="rnd" cmpd="sng">
              <a:solidFill>
                <a:srgbClr val="C9DAD4">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0" name="Google Shape;730;p34"/>
            <p:cNvSpPr txBox="1"/>
            <p:nvPr/>
          </p:nvSpPr>
          <p:spPr>
            <a:xfrm>
              <a:off x="9142222" y="2777443"/>
              <a:ext cx="239742" cy="328012"/>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lt1"/>
                </a:buClr>
                <a:buSzPts val="2000"/>
                <a:buFont typeface="Century Gothic" panose="020B0502020202020204"/>
                <a:buNone/>
              </a:pP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grpSp>
      <p:sp>
        <p:nvSpPr>
          <p:cNvPr id="731" name="Google Shape;731;p34"/>
          <p:cNvSpPr txBox="1"/>
          <p:nvPr>
            <p:ph type="sldNum" idx="12"/>
          </p:nvPr>
        </p:nvSpPr>
        <p:spPr>
          <a:xfrm>
            <a:off x="11047046"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0">
              <a:srgbClr val="05578D"/>
            </a:gs>
          </a:gsLst>
          <a:path path="circle">
            <a:fillToRect l="50000" t="50000" r="50000" b="50000"/>
          </a:path>
          <a:tileRect/>
        </a:gradFill>
        <a:effectLst/>
      </p:bgPr>
    </p:bg>
    <p:spTree>
      <p:nvGrpSpPr>
        <p:cNvPr id="735" name="Shape 735"/>
        <p:cNvGrpSpPr/>
        <p:nvPr/>
      </p:nvGrpSpPr>
      <p:grpSpPr>
        <a:xfrm>
          <a:off x="0" y="0"/>
          <a:ext cx="0" cy="0"/>
          <a:chOff x="0" y="0"/>
          <a:chExt cx="0" cy="0"/>
        </a:xfrm>
      </p:grpSpPr>
      <p:sp>
        <p:nvSpPr>
          <p:cNvPr id="736" name="Google Shape;736;p35"/>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37" name="Google Shape;737;p35"/>
          <p:cNvSpPr/>
          <p:nvPr/>
        </p:nvSpPr>
        <p:spPr>
          <a:xfrm>
            <a:off x="0" y="-2"/>
            <a:ext cx="8129873" cy="6858002"/>
          </a:xfrm>
          <a:prstGeom prst="snip2DiagRect">
            <a:avLst>
              <a:gd name="adj1" fmla="val 0"/>
              <a:gd name="adj2" fmla="val 0"/>
            </a:avLst>
          </a:prstGeom>
          <a:solidFill>
            <a:schemeClr val="dk1">
              <a:alpha val="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38" name="Google Shape;738;p35"/>
          <p:cNvSpPr txBox="1"/>
          <p:nvPr>
            <p:ph type="sldNum" idx="12"/>
          </p:nvPr>
        </p:nvSpPr>
        <p:spPr>
          <a:xfrm>
            <a:off x="11056815" y="6252552"/>
            <a:ext cx="1142245" cy="669925"/>
          </a:xfrm>
          <a:prstGeom prst="rect">
            <a:avLst/>
          </a:prstGeom>
          <a:noFill/>
          <a:ln>
            <a:noFill/>
          </a:ln>
        </p:spPr>
        <p:txBody>
          <a:bodyPr spcFirstLastPara="1" wrap="square" lIns="91425" tIns="45700" rIns="91425" bIns="45700" anchor="b" anchorCtr="0">
            <a:normAutofit/>
          </a:bodyPr>
          <a:lstStyle/>
          <a:p>
            <a:pPr marL="0" lvl="0" indent="0" algn="r" rtl="0">
              <a:spcBef>
                <a:spcPts val="0"/>
              </a:spcBef>
              <a:spcAft>
                <a:spcPts val="0"/>
              </a:spcAft>
              <a:buNone/>
            </a:pPr>
            <a:fld id="{00000000-1234-1234-1234-123412341234}" type="slidenum">
              <a:rPr lang="de-DE">
                <a:solidFill>
                  <a:srgbClr val="0A304A"/>
                </a:solidFill>
              </a:rPr>
            </a:fld>
            <a:endParaRPr>
              <a:solidFill>
                <a:srgbClr val="0A304A"/>
              </a:solidFill>
            </a:endParaRPr>
          </a:p>
        </p:txBody>
      </p:sp>
      <p:grpSp>
        <p:nvGrpSpPr>
          <p:cNvPr id="739" name="Google Shape;739;p35"/>
          <p:cNvGrpSpPr/>
          <p:nvPr/>
        </p:nvGrpSpPr>
        <p:grpSpPr>
          <a:xfrm>
            <a:off x="9206969" y="2963333"/>
            <a:ext cx="2981858" cy="3208867"/>
            <a:chOff x="9206969" y="2963333"/>
            <a:chExt cx="2981858" cy="3208867"/>
          </a:xfrm>
        </p:grpSpPr>
        <p:cxnSp>
          <p:nvCxnSpPr>
            <p:cNvPr id="740" name="Google Shape;740;p35"/>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741" name="Google Shape;741;p35"/>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742" name="Google Shape;742;p35"/>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743" name="Google Shape;743;p35"/>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744" name="Google Shape;744;p35"/>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745" name="Google Shape;745;p35"/>
          <p:cNvSpPr txBox="1"/>
          <p:nvPr>
            <p:ph type="title"/>
          </p:nvPr>
        </p:nvSpPr>
        <p:spPr>
          <a:xfrm>
            <a:off x="8588661" y="941424"/>
            <a:ext cx="3043896" cy="324861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3100"/>
              <a:buFont typeface="Century Gothic" panose="020B0502020202020204"/>
              <a:buNone/>
            </a:pPr>
            <a:r>
              <a:rPr lang="de-DE" sz="3100">
                <a:solidFill>
                  <a:srgbClr val="FFFFFF"/>
                </a:solidFill>
              </a:rPr>
              <a:t>UNGEWOLLTER FALL</a:t>
            </a:r>
            <a:endParaRPr sz="3100">
              <a:solidFill>
                <a:srgbClr val="FFFFFF"/>
              </a:solidFill>
            </a:endParaRPr>
          </a:p>
        </p:txBody>
      </p:sp>
      <p:grpSp>
        <p:nvGrpSpPr>
          <p:cNvPr id="746" name="Google Shape;746;p35"/>
          <p:cNvGrpSpPr/>
          <p:nvPr/>
        </p:nvGrpSpPr>
        <p:grpSpPr>
          <a:xfrm>
            <a:off x="940645" y="984700"/>
            <a:ext cx="6190459" cy="4682160"/>
            <a:chOff x="0" y="43276"/>
            <a:chExt cx="6190459" cy="4682160"/>
          </a:xfrm>
        </p:grpSpPr>
        <p:sp>
          <p:nvSpPr>
            <p:cNvPr id="747" name="Google Shape;747;p35"/>
            <p:cNvSpPr/>
            <p:nvPr/>
          </p:nvSpPr>
          <p:spPr>
            <a:xfrm>
              <a:off x="0" y="43276"/>
              <a:ext cx="6190459" cy="1506960"/>
            </a:xfrm>
            <a:prstGeom prst="roundRect">
              <a:avLst>
                <a:gd name="adj" fmla="val 16667"/>
              </a:avLst>
            </a:prstGeom>
            <a:solidFill>
              <a:schemeClr val="dk1"/>
            </a:solidFill>
            <a:ln w="158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8" name="Google Shape;748;p35"/>
            <p:cNvSpPr txBox="1"/>
            <p:nvPr/>
          </p:nvSpPr>
          <p:spPr>
            <a:xfrm>
              <a:off x="73564" y="116840"/>
              <a:ext cx="6043331" cy="1359832"/>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Century Gothic" panose="020B0502020202020204"/>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Zufallsgenerator bei dem Greiferportal entscheidet, dass das Werkstück schwarz ist.</a:t>
              </a:r>
              <a:endParaRPr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49" name="Google Shape;749;p35"/>
            <p:cNvSpPr/>
            <p:nvPr/>
          </p:nvSpPr>
          <p:spPr>
            <a:xfrm>
              <a:off x="0" y="1630876"/>
              <a:ext cx="6190459" cy="1506960"/>
            </a:xfrm>
            <a:prstGeom prst="roundRect">
              <a:avLst>
                <a:gd name="adj" fmla="val 16667"/>
              </a:avLst>
            </a:prstGeom>
            <a:solidFill>
              <a:srgbClr val="12109C"/>
            </a:solidFill>
            <a:ln w="158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0" name="Google Shape;750;p35"/>
            <p:cNvSpPr txBox="1"/>
            <p:nvPr/>
          </p:nvSpPr>
          <p:spPr>
            <a:xfrm>
              <a:off x="73564" y="1704440"/>
              <a:ext cx="6043331" cy="1359832"/>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Century Gothic" panose="020B0502020202020204"/>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RFID sagt, dass das Werkstück schlecht ist.</a:t>
              </a:r>
              <a:endParaRPr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51" name="Google Shape;751;p35"/>
            <p:cNvSpPr/>
            <p:nvPr/>
          </p:nvSpPr>
          <p:spPr>
            <a:xfrm>
              <a:off x="0" y="3218476"/>
              <a:ext cx="6190459" cy="1506960"/>
            </a:xfrm>
            <a:prstGeom prst="roundRect">
              <a:avLst>
                <a:gd name="adj" fmla="val 16667"/>
              </a:avLst>
            </a:prstGeom>
            <a:solidFill>
              <a:schemeClr val="dk1"/>
            </a:solidFill>
            <a:ln w="158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2" name="Google Shape;752;p35"/>
            <p:cNvSpPr txBox="1"/>
            <p:nvPr/>
          </p:nvSpPr>
          <p:spPr>
            <a:xfrm>
              <a:off x="73564" y="3292040"/>
              <a:ext cx="6043331" cy="1359832"/>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Century Gothic" panose="020B0502020202020204"/>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Im Puffer als schwarzes Werkstück</a:t>
              </a:r>
              <a:endParaRPr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0">
              <a:srgbClr val="05578D"/>
            </a:gs>
          </a:gsLst>
          <a:path path="circle">
            <a:fillToRect l="50000" t="50000" r="50000" b="50000"/>
          </a:path>
          <a:tileRect/>
        </a:gradFill>
        <a:effectLst/>
      </p:bgPr>
    </p:bg>
    <p:spTree>
      <p:nvGrpSpPr>
        <p:cNvPr id="756" name="Shape 756"/>
        <p:cNvGrpSpPr/>
        <p:nvPr/>
      </p:nvGrpSpPr>
      <p:grpSpPr>
        <a:xfrm>
          <a:off x="0" y="0"/>
          <a:ext cx="0" cy="0"/>
          <a:chOff x="0" y="0"/>
          <a:chExt cx="0" cy="0"/>
        </a:xfrm>
      </p:grpSpPr>
      <p:sp>
        <p:nvSpPr>
          <p:cNvPr id="757" name="Google Shape;757;p36"/>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58" name="Google Shape;758;p36"/>
          <p:cNvSpPr/>
          <p:nvPr/>
        </p:nvSpPr>
        <p:spPr>
          <a:xfrm>
            <a:off x="0" y="-2"/>
            <a:ext cx="8129873" cy="6858002"/>
          </a:xfrm>
          <a:prstGeom prst="snip2DiagRect">
            <a:avLst>
              <a:gd name="adj1" fmla="val 0"/>
              <a:gd name="adj2" fmla="val 0"/>
            </a:avLst>
          </a:prstGeom>
          <a:solidFill>
            <a:schemeClr val="dk1">
              <a:alpha val="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59" name="Google Shape;759;p36"/>
          <p:cNvSpPr txBox="1"/>
          <p:nvPr>
            <p:ph type="sldNum" idx="12"/>
          </p:nvPr>
        </p:nvSpPr>
        <p:spPr>
          <a:xfrm>
            <a:off x="11017738" y="6223244"/>
            <a:ext cx="1142245" cy="669925"/>
          </a:xfrm>
          <a:prstGeom prst="rect">
            <a:avLst/>
          </a:prstGeom>
          <a:noFill/>
          <a:ln>
            <a:noFill/>
          </a:ln>
        </p:spPr>
        <p:txBody>
          <a:bodyPr spcFirstLastPara="1" wrap="square" lIns="91425" tIns="45700" rIns="91425" bIns="45700" anchor="b" anchorCtr="0">
            <a:normAutofit/>
          </a:bodyPr>
          <a:lstStyle/>
          <a:p>
            <a:pPr marL="0" lvl="0" indent="0" algn="r" rtl="0">
              <a:spcBef>
                <a:spcPts val="0"/>
              </a:spcBef>
              <a:spcAft>
                <a:spcPts val="0"/>
              </a:spcAft>
              <a:buNone/>
            </a:pPr>
            <a:fld id="{00000000-1234-1234-1234-123412341234}" type="slidenum">
              <a:rPr lang="de-DE">
                <a:solidFill>
                  <a:srgbClr val="0A304A"/>
                </a:solidFill>
              </a:rPr>
            </a:fld>
            <a:endParaRPr>
              <a:solidFill>
                <a:srgbClr val="0A304A"/>
              </a:solidFill>
            </a:endParaRPr>
          </a:p>
        </p:txBody>
      </p:sp>
      <p:grpSp>
        <p:nvGrpSpPr>
          <p:cNvPr id="760" name="Google Shape;760;p36"/>
          <p:cNvGrpSpPr/>
          <p:nvPr/>
        </p:nvGrpSpPr>
        <p:grpSpPr>
          <a:xfrm>
            <a:off x="9206969" y="2963333"/>
            <a:ext cx="2981858" cy="3208867"/>
            <a:chOff x="9206969" y="2963333"/>
            <a:chExt cx="2981858" cy="3208867"/>
          </a:xfrm>
        </p:grpSpPr>
        <p:cxnSp>
          <p:nvCxnSpPr>
            <p:cNvPr id="761" name="Google Shape;761;p36"/>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762" name="Google Shape;762;p36"/>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763" name="Google Shape;763;p36"/>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764" name="Google Shape;764;p36"/>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765" name="Google Shape;765;p36"/>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766" name="Google Shape;766;p36"/>
          <p:cNvSpPr txBox="1"/>
          <p:nvPr>
            <p:ph type="title"/>
          </p:nvPr>
        </p:nvSpPr>
        <p:spPr>
          <a:xfrm>
            <a:off x="8588661" y="941424"/>
            <a:ext cx="3043896" cy="324861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3600"/>
              <a:buFont typeface="Century Gothic" panose="020B0502020202020204"/>
              <a:buNone/>
            </a:pPr>
            <a:r>
              <a:rPr lang="de-DE">
                <a:solidFill>
                  <a:srgbClr val="FFFFFF"/>
                </a:solidFill>
              </a:rPr>
              <a:t>BEI DEM NÄCHSTEN DURCHLAUF</a:t>
            </a:r>
            <a:endParaRPr>
              <a:solidFill>
                <a:srgbClr val="FFFFFF"/>
              </a:solidFill>
            </a:endParaRPr>
          </a:p>
        </p:txBody>
      </p:sp>
      <p:grpSp>
        <p:nvGrpSpPr>
          <p:cNvPr id="767" name="Google Shape;767;p36"/>
          <p:cNvGrpSpPr/>
          <p:nvPr/>
        </p:nvGrpSpPr>
        <p:grpSpPr>
          <a:xfrm>
            <a:off x="940645" y="984700"/>
            <a:ext cx="6190459" cy="4682160"/>
            <a:chOff x="0" y="43276"/>
            <a:chExt cx="6190459" cy="4682160"/>
          </a:xfrm>
        </p:grpSpPr>
        <p:sp>
          <p:nvSpPr>
            <p:cNvPr id="768" name="Google Shape;768;p36"/>
            <p:cNvSpPr/>
            <p:nvPr/>
          </p:nvSpPr>
          <p:spPr>
            <a:xfrm>
              <a:off x="0" y="43276"/>
              <a:ext cx="6190459" cy="1506960"/>
            </a:xfrm>
            <a:prstGeom prst="roundRect">
              <a:avLst>
                <a:gd name="adj" fmla="val 16667"/>
              </a:avLst>
            </a:prstGeom>
            <a:solidFill>
              <a:srgbClr val="FA0202"/>
            </a:solidFill>
            <a:ln w="158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9" name="Google Shape;769;p36"/>
            <p:cNvSpPr txBox="1"/>
            <p:nvPr/>
          </p:nvSpPr>
          <p:spPr>
            <a:xfrm>
              <a:off x="73564" y="116840"/>
              <a:ext cx="6043331" cy="1359832"/>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Century Gothic" panose="020B0502020202020204"/>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Zufallsgenerator bei dem Greiferportal entscheidet, dass das Werkstück rot ist.</a:t>
              </a:r>
              <a:endParaRPr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70" name="Google Shape;770;p36"/>
            <p:cNvSpPr/>
            <p:nvPr/>
          </p:nvSpPr>
          <p:spPr>
            <a:xfrm>
              <a:off x="0" y="1630876"/>
              <a:ext cx="6190459" cy="1506960"/>
            </a:xfrm>
            <a:prstGeom prst="roundRect">
              <a:avLst>
                <a:gd name="adj" fmla="val 16667"/>
              </a:avLst>
            </a:prstGeom>
            <a:solidFill>
              <a:srgbClr val="12109C"/>
            </a:solidFill>
            <a:ln w="158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1" name="Google Shape;771;p36"/>
            <p:cNvSpPr txBox="1"/>
            <p:nvPr/>
          </p:nvSpPr>
          <p:spPr>
            <a:xfrm>
              <a:off x="73564" y="1704440"/>
              <a:ext cx="6043331" cy="1359832"/>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Century Gothic" panose="020B0502020202020204"/>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RFID sagt, dass das Werkstück schlecht ist.</a:t>
              </a:r>
              <a:endParaRPr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72" name="Google Shape;772;p36"/>
            <p:cNvSpPr/>
            <p:nvPr/>
          </p:nvSpPr>
          <p:spPr>
            <a:xfrm>
              <a:off x="0" y="3218476"/>
              <a:ext cx="6190459" cy="1506960"/>
            </a:xfrm>
            <a:prstGeom prst="roundRect">
              <a:avLst>
                <a:gd name="adj" fmla="val 16667"/>
              </a:avLst>
            </a:prstGeom>
            <a:solidFill>
              <a:srgbClr val="FA0202"/>
            </a:solidFill>
            <a:ln w="158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3" name="Google Shape;773;p36"/>
            <p:cNvSpPr txBox="1"/>
            <p:nvPr/>
          </p:nvSpPr>
          <p:spPr>
            <a:xfrm>
              <a:off x="73564" y="3292040"/>
              <a:ext cx="6043331" cy="1359832"/>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Century Gothic" panose="020B0502020202020204"/>
                <a:buNone/>
              </a:pPr>
              <a:r>
                <a:rPr lang="de-DE" sz="2800">
                  <a:solidFill>
                    <a:schemeClr val="lt1"/>
                  </a:solidFill>
                  <a:latin typeface="Century Gothic" panose="020B0502020202020204"/>
                  <a:ea typeface="Century Gothic" panose="020B0502020202020204"/>
                  <a:cs typeface="Century Gothic" panose="020B0502020202020204"/>
                  <a:sym typeface="Century Gothic" panose="020B0502020202020204"/>
                </a:rPr>
                <a:t>Im Puffer als rotes Werkstück</a:t>
              </a:r>
              <a:endParaRPr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777" name="Shape 777"/>
        <p:cNvGrpSpPr/>
        <p:nvPr/>
      </p:nvGrpSpPr>
      <p:grpSpPr>
        <a:xfrm>
          <a:off x="0" y="0"/>
          <a:ext cx="0" cy="0"/>
          <a:chOff x="0" y="0"/>
          <a:chExt cx="0" cy="0"/>
        </a:xfrm>
      </p:grpSpPr>
      <p:sp>
        <p:nvSpPr>
          <p:cNvPr id="778" name="Google Shape;778;p37"/>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79" name="Google Shape;779;p37"/>
          <p:cNvSpPr txBox="1"/>
          <p:nvPr>
            <p:ph type="title"/>
          </p:nvPr>
        </p:nvSpPr>
        <p:spPr>
          <a:xfrm>
            <a:off x="684212" y="685799"/>
            <a:ext cx="3747111" cy="489204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chemeClr val="lt1"/>
              </a:buClr>
              <a:buSzPts val="3600"/>
              <a:buFont typeface="Century Gothic" panose="020B0502020202020204"/>
              <a:buNone/>
            </a:pPr>
            <a:r>
              <a:rPr lang="de-DE"/>
              <a:t>BESSERE IDEE</a:t>
            </a:r>
            <a:endParaRPr lang="de-DE"/>
          </a:p>
        </p:txBody>
      </p:sp>
      <p:cxnSp>
        <p:nvCxnSpPr>
          <p:cNvPr id="780" name="Google Shape;780;p37"/>
          <p:cNvCxnSpPr/>
          <p:nvPr/>
        </p:nvCxnSpPr>
        <p:spPr>
          <a:xfrm>
            <a:off x="4650783" y="1532373"/>
            <a:ext cx="0" cy="3198892"/>
          </a:xfrm>
          <a:prstGeom prst="straightConnector1">
            <a:avLst/>
          </a:prstGeom>
          <a:noFill/>
          <a:ln w="19050" cap="flat" cmpd="sng">
            <a:solidFill>
              <a:schemeClr val="lt1">
                <a:alpha val="60000"/>
              </a:schemeClr>
            </a:solidFill>
            <a:prstDash val="solid"/>
            <a:round/>
            <a:headEnd type="none" w="sm" len="sm"/>
            <a:tailEnd type="none" w="sm" len="sm"/>
          </a:ln>
        </p:spPr>
      </p:cxnSp>
      <p:sp>
        <p:nvSpPr>
          <p:cNvPr id="781" name="Google Shape;781;p37"/>
          <p:cNvSpPr txBox="1"/>
          <p:nvPr>
            <p:ph type="body" idx="1"/>
          </p:nvPr>
        </p:nvSpPr>
        <p:spPr>
          <a:xfrm>
            <a:off x="4979962" y="685799"/>
            <a:ext cx="6288260" cy="489204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Char char="▶"/>
            </a:pPr>
            <a:r>
              <a:rPr lang="de-DE">
                <a:solidFill>
                  <a:schemeClr val="lt1"/>
                </a:solidFill>
              </a:rPr>
              <a:t>Alle Komponenten Wissen, was für Farbe die Werkstücke haben.</a:t>
            </a:r>
            <a:endParaRPr lang="de-DE">
              <a:solidFill>
                <a:schemeClr val="lt1"/>
              </a:solidFill>
            </a:endParaRPr>
          </a:p>
          <a:p>
            <a:pPr marL="285750" lvl="0" indent="-285750" algn="l" rtl="0">
              <a:spcBef>
                <a:spcPts val="1000"/>
              </a:spcBef>
              <a:spcAft>
                <a:spcPts val="0"/>
              </a:spcAft>
              <a:buSzPts val="1600"/>
              <a:buChar char="▶"/>
            </a:pPr>
            <a:r>
              <a:rPr lang="de-DE">
                <a:solidFill>
                  <a:schemeClr val="lt1"/>
                </a:solidFill>
              </a:rPr>
              <a:t>Dient zur vollen Funktionalität</a:t>
            </a:r>
            <a:endParaRPr>
              <a:solidFill>
                <a:schemeClr val="lt1"/>
              </a:solidFill>
            </a:endParaRPr>
          </a:p>
          <a:p>
            <a:pPr marL="285750" lvl="0" indent="-285750" algn="l" rtl="0">
              <a:spcBef>
                <a:spcPts val="1000"/>
              </a:spcBef>
              <a:spcAft>
                <a:spcPts val="0"/>
              </a:spcAft>
              <a:buSzPts val="1600"/>
              <a:buChar char="▶"/>
            </a:pPr>
            <a:r>
              <a:rPr lang="de-DE">
                <a:solidFill>
                  <a:schemeClr val="lt1"/>
                </a:solidFill>
              </a:rPr>
              <a:t>Und </a:t>
            </a:r>
            <a:r>
              <a:rPr lang="de-DE">
                <a:solidFill>
                  <a:schemeClr val="lt1"/>
                </a:solidFill>
                <a:latin typeface="Century Gothic" panose="020B0502020202020204"/>
                <a:ea typeface="Century Gothic" panose="020B0502020202020204"/>
                <a:cs typeface="Century Gothic" panose="020B0502020202020204"/>
                <a:sym typeface="Century Gothic" panose="020B0502020202020204"/>
              </a:rPr>
              <a:t>zur besseren</a:t>
            </a:r>
            <a:r>
              <a:rPr lang="de-DE">
                <a:solidFill>
                  <a:schemeClr val="lt1"/>
                </a:solidFill>
              </a:rPr>
              <a:t> Visualisierung</a:t>
            </a:r>
            <a:endParaRPr>
              <a:solidFill>
                <a:schemeClr val="lt1"/>
              </a:solidFill>
            </a:endParaRPr>
          </a:p>
          <a:p>
            <a:pPr marL="285750" lvl="0" indent="-184150" algn="l" rtl="0">
              <a:spcBef>
                <a:spcPts val="1000"/>
              </a:spcBef>
              <a:spcAft>
                <a:spcPts val="0"/>
              </a:spcAft>
              <a:buSzPts val="1600"/>
              <a:buNone/>
            </a:pPr>
            <a:endParaRPr>
              <a:solidFill>
                <a:schemeClr val="lt1"/>
              </a:solidFill>
            </a:endParaRPr>
          </a:p>
          <a:p>
            <a:pPr marL="285750" lvl="0" indent="-184150" algn="l" rtl="0">
              <a:spcBef>
                <a:spcPts val="1000"/>
              </a:spcBef>
              <a:spcAft>
                <a:spcPts val="0"/>
              </a:spcAft>
              <a:buSzPts val="1600"/>
              <a:buNone/>
            </a:pPr>
            <a:endParaRPr>
              <a:solidFill>
                <a:schemeClr val="lt1"/>
              </a:solidFill>
            </a:endParaRPr>
          </a:p>
        </p:txBody>
      </p:sp>
      <p:sp>
        <p:nvSpPr>
          <p:cNvPr id="782" name="Google Shape;782;p37"/>
          <p:cNvSpPr txBox="1"/>
          <p:nvPr>
            <p:ph type="sldNum" idx="12"/>
          </p:nvPr>
        </p:nvSpPr>
        <p:spPr>
          <a:xfrm>
            <a:off x="11047046" y="6223244"/>
            <a:ext cx="1142245" cy="669925"/>
          </a:xfrm>
          <a:prstGeom prst="rect">
            <a:avLst/>
          </a:prstGeom>
          <a:noFill/>
          <a:ln>
            <a:noFill/>
          </a:ln>
        </p:spPr>
        <p:txBody>
          <a:bodyPr spcFirstLastPara="1" wrap="square" lIns="91425" tIns="45700" rIns="91425" bIns="45700" anchor="b" anchorCtr="0">
            <a:norm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786" name="Shape 786"/>
        <p:cNvGrpSpPr/>
        <p:nvPr/>
      </p:nvGrpSpPr>
      <p:grpSpPr>
        <a:xfrm>
          <a:off x="0" y="0"/>
          <a:ext cx="0" cy="0"/>
          <a:chOff x="0" y="0"/>
          <a:chExt cx="0" cy="0"/>
        </a:xfrm>
      </p:grpSpPr>
      <p:sp>
        <p:nvSpPr>
          <p:cNvPr id="787" name="Google Shape;787;p38"/>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788" name="Google Shape;788;p38" descr="Durch eine Brille vergrößerte Briefe"/>
          <p:cNvPicPr preferRelativeResize="0"/>
          <p:nvPr/>
        </p:nvPicPr>
        <p:blipFill rotWithShape="1">
          <a:blip r:embed="rId1">
            <a:alphaModFix amt="15000"/>
          </a:blip>
          <a:srcRect t="7771" b="7960"/>
          <a:stretch>
            <a:fillRect/>
          </a:stretch>
        </p:blipFill>
        <p:spPr>
          <a:xfrm>
            <a:off x="20" y="10"/>
            <a:ext cx="12191980" cy="6857990"/>
          </a:xfrm>
          <a:prstGeom prst="rect">
            <a:avLst/>
          </a:prstGeom>
          <a:noFill/>
          <a:ln>
            <a:noFill/>
          </a:ln>
        </p:spPr>
      </p:pic>
      <p:sp>
        <p:nvSpPr>
          <p:cNvPr id="789" name="Google Shape;789;p38"/>
          <p:cNvSpPr txBox="1"/>
          <p:nvPr>
            <p:ph type="title"/>
          </p:nvPr>
        </p:nvSpPr>
        <p:spPr>
          <a:xfrm>
            <a:off x="684212" y="4487332"/>
            <a:ext cx="9604906"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a:t> BLICK ÜBER VISUALISIERUNG UND CODE</a:t>
            </a:r>
            <a:endParaRPr lang="de-DE"/>
          </a:p>
        </p:txBody>
      </p:sp>
      <p:sp>
        <p:nvSpPr>
          <p:cNvPr id="790" name="Google Shape;790;p38"/>
          <p:cNvSpPr txBox="1"/>
          <p:nvPr>
            <p:ph type="body" idx="1"/>
          </p:nvPr>
        </p:nvSpPr>
        <p:spPr>
          <a:xfrm>
            <a:off x="684212" y="685800"/>
            <a:ext cx="8534400" cy="3615267"/>
          </a:xfrm>
          <a:prstGeom prst="rect">
            <a:avLst/>
          </a:prstGeom>
          <a:noFill/>
          <a:ln>
            <a:noFill/>
          </a:ln>
        </p:spPr>
        <p:txBody>
          <a:bodyPr spcFirstLastPara="1" wrap="square" lIns="91425" tIns="45700" rIns="91425" bIns="45700" anchor="ctr" anchorCtr="0">
            <a:normAutofit/>
          </a:bodyPr>
          <a:lstStyle/>
          <a:p>
            <a:pPr marL="285750" lvl="0" indent="-184150" algn="l" rtl="0">
              <a:spcBef>
                <a:spcPts val="0"/>
              </a:spcBef>
              <a:spcAft>
                <a:spcPts val="0"/>
              </a:spcAft>
              <a:buSzPts val="1600"/>
              <a:buNone/>
            </a:pPr>
          </a:p>
        </p:txBody>
      </p:sp>
      <p:grpSp>
        <p:nvGrpSpPr>
          <p:cNvPr id="791" name="Google Shape;791;p38"/>
          <p:cNvGrpSpPr/>
          <p:nvPr/>
        </p:nvGrpSpPr>
        <p:grpSpPr>
          <a:xfrm>
            <a:off x="9206969" y="2963333"/>
            <a:ext cx="2981858" cy="3208867"/>
            <a:chOff x="9206969" y="2963333"/>
            <a:chExt cx="2981858" cy="3208867"/>
          </a:xfrm>
        </p:grpSpPr>
        <p:cxnSp>
          <p:nvCxnSpPr>
            <p:cNvPr id="792" name="Google Shape;792;p38"/>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793" name="Google Shape;793;p38"/>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794" name="Google Shape;794;p38"/>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795" name="Google Shape;795;p38"/>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796" name="Google Shape;796;p38"/>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797" name="Google Shape;797;p38"/>
          <p:cNvSpPr txBox="1"/>
          <p:nvPr>
            <p:ph type="sldNum" idx="12"/>
          </p:nvPr>
        </p:nvSpPr>
        <p:spPr>
          <a:xfrm>
            <a:off x="11056815" y="6223244"/>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801" name="Shape 801"/>
        <p:cNvGrpSpPr/>
        <p:nvPr/>
      </p:nvGrpSpPr>
      <p:grpSpPr>
        <a:xfrm>
          <a:off x="0" y="0"/>
          <a:ext cx="0" cy="0"/>
          <a:chOff x="0" y="0"/>
          <a:chExt cx="0" cy="0"/>
        </a:xfrm>
      </p:grpSpPr>
      <p:sp>
        <p:nvSpPr>
          <p:cNvPr id="802" name="Google Shape;802;p39"/>
          <p:cNvSpPr txBox="1"/>
          <p:nvPr>
            <p:ph type="title"/>
          </p:nvPr>
        </p:nvSpPr>
        <p:spPr>
          <a:xfrm>
            <a:off x="96669" y="-108225"/>
            <a:ext cx="9640718"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a:t>MAGAZIN</a:t>
            </a:r>
            <a:endParaRPr lang="de-DE"/>
          </a:p>
        </p:txBody>
      </p:sp>
      <p:sp>
        <p:nvSpPr>
          <p:cNvPr id="803" name="Google Shape;803;p39"/>
          <p:cNvSpPr txBox="1"/>
          <p:nvPr>
            <p:ph type="body" idx="1"/>
          </p:nvPr>
        </p:nvSpPr>
        <p:spPr>
          <a:xfrm>
            <a:off x="723122" y="764224"/>
            <a:ext cx="8534400" cy="3615267"/>
          </a:xfrm>
          <a:prstGeom prst="rect">
            <a:avLst/>
          </a:prstGeom>
          <a:noFill/>
          <a:ln>
            <a:noFill/>
          </a:ln>
        </p:spPr>
        <p:txBody>
          <a:bodyPr spcFirstLastPara="1" wrap="square" lIns="91425" tIns="45700" rIns="91425" bIns="45700" anchor="ctr" anchorCtr="0">
            <a:normAutofit/>
          </a:bodyPr>
          <a:lstStyle/>
          <a:p>
            <a:pPr marL="285750" lvl="0" indent="-184150" algn="l" rtl="0">
              <a:spcBef>
                <a:spcPts val="0"/>
              </a:spcBef>
              <a:spcAft>
                <a:spcPts val="0"/>
              </a:spcAft>
              <a:buSzPts val="1600"/>
              <a:buNone/>
            </a:pPr>
          </a:p>
        </p:txBody>
      </p:sp>
      <p:pic>
        <p:nvPicPr>
          <p:cNvPr id="804" name="Google Shape;804;p39" descr="Graphical user interface, text, application&#10;&#10;Description automatically generated"/>
          <p:cNvPicPr preferRelativeResize="0"/>
          <p:nvPr/>
        </p:nvPicPr>
        <p:blipFill rotWithShape="1">
          <a:blip r:embed="rId1"/>
          <a:srcRect/>
          <a:stretch>
            <a:fillRect/>
          </a:stretch>
        </p:blipFill>
        <p:spPr>
          <a:xfrm>
            <a:off x="6318490" y="1064791"/>
            <a:ext cx="4887466" cy="5241250"/>
          </a:xfrm>
          <a:prstGeom prst="rect">
            <a:avLst/>
          </a:prstGeom>
          <a:noFill/>
          <a:ln>
            <a:noFill/>
          </a:ln>
        </p:spPr>
      </p:pic>
      <p:pic>
        <p:nvPicPr>
          <p:cNvPr id="805" name="Google Shape;805;p39" descr="Graphical user interface&#10;&#10;Description automatically generated with medium confidence"/>
          <p:cNvPicPr preferRelativeResize="0"/>
          <p:nvPr/>
        </p:nvPicPr>
        <p:blipFill rotWithShape="1">
          <a:blip r:embed="rId2"/>
          <a:srcRect/>
          <a:stretch>
            <a:fillRect/>
          </a:stretch>
        </p:blipFill>
        <p:spPr>
          <a:xfrm>
            <a:off x="500632" y="1309888"/>
            <a:ext cx="5595368" cy="4927900"/>
          </a:xfrm>
          <a:prstGeom prst="rect">
            <a:avLst/>
          </a:prstGeom>
          <a:noFill/>
          <a:ln>
            <a:noFill/>
          </a:ln>
        </p:spPr>
      </p:pic>
      <p:sp>
        <p:nvSpPr>
          <p:cNvPr id="806" name="Google Shape;806;p39"/>
          <p:cNvSpPr txBox="1"/>
          <p:nvPr>
            <p:ph type="sldNum" idx="12"/>
          </p:nvPr>
        </p:nvSpPr>
        <p:spPr>
          <a:xfrm>
            <a:off x="11047046" y="624278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810" name="Shape 810"/>
        <p:cNvGrpSpPr/>
        <p:nvPr/>
      </p:nvGrpSpPr>
      <p:grpSpPr>
        <a:xfrm>
          <a:off x="0" y="0"/>
          <a:ext cx="0" cy="0"/>
          <a:chOff x="0" y="0"/>
          <a:chExt cx="0" cy="0"/>
        </a:xfrm>
      </p:grpSpPr>
      <p:sp>
        <p:nvSpPr>
          <p:cNvPr id="811" name="Google Shape;811;p40"/>
          <p:cNvSpPr txBox="1"/>
          <p:nvPr>
            <p:ph type="title"/>
          </p:nvPr>
        </p:nvSpPr>
        <p:spPr>
          <a:xfrm>
            <a:off x="942975" y="311258"/>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a:t>AUSSCHIEBER</a:t>
            </a:r>
            <a:endParaRPr lang="de-DE"/>
          </a:p>
        </p:txBody>
      </p:sp>
      <p:pic>
        <p:nvPicPr>
          <p:cNvPr id="812" name="Google Shape;812;p40" descr="Graphical user interface, text, application&#10;&#10;Description automatically generated"/>
          <p:cNvPicPr preferRelativeResize="0"/>
          <p:nvPr>
            <p:ph type="body" idx="1"/>
          </p:nvPr>
        </p:nvPicPr>
        <p:blipFill rotWithShape="1">
          <a:blip r:embed="rId1"/>
          <a:srcRect/>
          <a:stretch>
            <a:fillRect/>
          </a:stretch>
        </p:blipFill>
        <p:spPr>
          <a:xfrm>
            <a:off x="5641975" y="1303760"/>
            <a:ext cx="6311213" cy="4782716"/>
          </a:xfrm>
          <a:prstGeom prst="rect">
            <a:avLst/>
          </a:prstGeom>
          <a:noFill/>
          <a:ln>
            <a:noFill/>
          </a:ln>
        </p:spPr>
      </p:pic>
      <p:pic>
        <p:nvPicPr>
          <p:cNvPr id="813" name="Google Shape;813;p40" descr="Graphical user interface&#10;&#10;Description automatically generated"/>
          <p:cNvPicPr preferRelativeResize="0"/>
          <p:nvPr/>
        </p:nvPicPr>
        <p:blipFill rotWithShape="1">
          <a:blip r:embed="rId2"/>
          <a:srcRect/>
          <a:stretch>
            <a:fillRect/>
          </a:stretch>
        </p:blipFill>
        <p:spPr>
          <a:xfrm>
            <a:off x="942975" y="2015944"/>
            <a:ext cx="4373058" cy="3849687"/>
          </a:xfrm>
          <a:prstGeom prst="rect">
            <a:avLst/>
          </a:prstGeom>
          <a:noFill/>
          <a:ln>
            <a:noFill/>
          </a:ln>
        </p:spPr>
      </p:pic>
      <p:sp>
        <p:nvSpPr>
          <p:cNvPr id="814" name="Google Shape;814;p40"/>
          <p:cNvSpPr txBox="1"/>
          <p:nvPr>
            <p:ph type="sldNum" idx="12"/>
          </p:nvPr>
        </p:nvSpPr>
        <p:spPr>
          <a:xfrm>
            <a:off x="11047046" y="6262321"/>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818" name="Shape 818"/>
        <p:cNvGrpSpPr/>
        <p:nvPr/>
      </p:nvGrpSpPr>
      <p:grpSpPr>
        <a:xfrm>
          <a:off x="0" y="0"/>
          <a:ext cx="0" cy="0"/>
          <a:chOff x="0" y="0"/>
          <a:chExt cx="0" cy="0"/>
        </a:xfrm>
      </p:grpSpPr>
      <p:sp>
        <p:nvSpPr>
          <p:cNvPr id="819" name="Google Shape;819;p41"/>
          <p:cNvSpPr txBox="1"/>
          <p:nvPr>
            <p:ph type="title"/>
          </p:nvPr>
        </p:nvSpPr>
        <p:spPr>
          <a:xfrm>
            <a:off x="684212" y="4487332"/>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p>
        </p:txBody>
      </p:sp>
      <p:pic>
        <p:nvPicPr>
          <p:cNvPr id="820" name="Google Shape;820;p41" descr="A picture containing diagram&#10;&#10;Description automatically generated"/>
          <p:cNvPicPr preferRelativeResize="0"/>
          <p:nvPr/>
        </p:nvPicPr>
        <p:blipFill rotWithShape="1">
          <a:blip r:embed="rId1"/>
          <a:srcRect/>
          <a:stretch>
            <a:fillRect/>
          </a:stretch>
        </p:blipFill>
        <p:spPr>
          <a:xfrm>
            <a:off x="697052" y="3022349"/>
            <a:ext cx="3924640" cy="3193057"/>
          </a:xfrm>
          <a:prstGeom prst="rect">
            <a:avLst/>
          </a:prstGeom>
          <a:noFill/>
          <a:ln>
            <a:noFill/>
          </a:ln>
        </p:spPr>
      </p:pic>
      <p:pic>
        <p:nvPicPr>
          <p:cNvPr id="821" name="Google Shape;821;p41" descr="Diagram&#10;&#10;Description automatically generated"/>
          <p:cNvPicPr preferRelativeResize="0"/>
          <p:nvPr/>
        </p:nvPicPr>
        <p:blipFill rotWithShape="1">
          <a:blip r:embed="rId2"/>
          <a:srcRect/>
          <a:stretch>
            <a:fillRect/>
          </a:stretch>
        </p:blipFill>
        <p:spPr>
          <a:xfrm>
            <a:off x="6798784" y="3087124"/>
            <a:ext cx="3718882" cy="3063505"/>
          </a:xfrm>
          <a:prstGeom prst="rect">
            <a:avLst/>
          </a:prstGeom>
          <a:noFill/>
          <a:ln>
            <a:noFill/>
          </a:ln>
        </p:spPr>
      </p:pic>
      <p:pic>
        <p:nvPicPr>
          <p:cNvPr id="822" name="Google Shape;822;p41" descr="Text&#10;&#10;Description automatically generated"/>
          <p:cNvPicPr preferRelativeResize="0"/>
          <p:nvPr>
            <p:ph type="body" idx="1"/>
          </p:nvPr>
        </p:nvPicPr>
        <p:blipFill rotWithShape="1">
          <a:blip r:embed="rId3"/>
          <a:srcRect/>
          <a:stretch>
            <a:fillRect/>
          </a:stretch>
        </p:blipFill>
        <p:spPr>
          <a:xfrm>
            <a:off x="1221107" y="1270497"/>
            <a:ext cx="9749785" cy="1371599"/>
          </a:xfrm>
          <a:prstGeom prst="rect">
            <a:avLst/>
          </a:prstGeom>
          <a:noFill/>
          <a:ln>
            <a:noFill/>
          </a:ln>
        </p:spPr>
      </p:pic>
      <p:sp>
        <p:nvSpPr>
          <p:cNvPr id="823" name="Google Shape;823;p41"/>
          <p:cNvSpPr txBox="1"/>
          <p:nvPr>
            <p:ph type="sldNum" idx="12"/>
          </p:nvPr>
        </p:nvSpPr>
        <p:spPr>
          <a:xfrm>
            <a:off x="11115431"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827" name="Shape 827"/>
        <p:cNvGrpSpPr/>
        <p:nvPr/>
      </p:nvGrpSpPr>
      <p:grpSpPr>
        <a:xfrm>
          <a:off x="0" y="0"/>
          <a:ext cx="0" cy="0"/>
          <a:chOff x="0" y="0"/>
          <a:chExt cx="0" cy="0"/>
        </a:xfrm>
      </p:grpSpPr>
      <p:sp>
        <p:nvSpPr>
          <p:cNvPr id="828" name="Google Shape;828;p42"/>
          <p:cNvSpPr txBox="1"/>
          <p:nvPr>
            <p:ph type="title"/>
          </p:nvPr>
        </p:nvSpPr>
        <p:spPr>
          <a:xfrm>
            <a:off x="0" y="85345"/>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a:t>LINEARACHSE</a:t>
            </a:r>
            <a:endParaRPr lang="de-DE"/>
          </a:p>
        </p:txBody>
      </p:sp>
      <p:pic>
        <p:nvPicPr>
          <p:cNvPr id="829" name="Google Shape;829;p42" descr="Graphical user interface, text, application&#10;&#10;Description automatically generated"/>
          <p:cNvPicPr preferRelativeResize="0"/>
          <p:nvPr>
            <p:ph type="body" idx="1"/>
          </p:nvPr>
        </p:nvPicPr>
        <p:blipFill rotWithShape="1">
          <a:blip r:embed="rId1"/>
          <a:srcRect/>
          <a:stretch>
            <a:fillRect/>
          </a:stretch>
        </p:blipFill>
        <p:spPr>
          <a:xfrm>
            <a:off x="3063789" y="1094719"/>
            <a:ext cx="9128211" cy="3269807"/>
          </a:xfrm>
          <a:prstGeom prst="rect">
            <a:avLst/>
          </a:prstGeom>
          <a:noFill/>
          <a:ln>
            <a:noFill/>
          </a:ln>
        </p:spPr>
      </p:pic>
      <p:pic>
        <p:nvPicPr>
          <p:cNvPr id="830" name="Google Shape;830;p42" descr="Chart, waterfall chart&#10;&#10;Description automatically generated"/>
          <p:cNvPicPr preferRelativeResize="0"/>
          <p:nvPr/>
        </p:nvPicPr>
        <p:blipFill rotWithShape="1">
          <a:blip r:embed="rId2"/>
          <a:srcRect/>
          <a:stretch>
            <a:fillRect/>
          </a:stretch>
        </p:blipFill>
        <p:spPr>
          <a:xfrm>
            <a:off x="623265" y="4364526"/>
            <a:ext cx="5974598" cy="2408129"/>
          </a:xfrm>
          <a:prstGeom prst="rect">
            <a:avLst/>
          </a:prstGeom>
          <a:noFill/>
          <a:ln>
            <a:noFill/>
          </a:ln>
        </p:spPr>
      </p:pic>
      <p:sp>
        <p:nvSpPr>
          <p:cNvPr id="831" name="Google Shape;831;p42"/>
          <p:cNvSpPr txBox="1"/>
          <p:nvPr>
            <p:ph type="sldNum" idx="12"/>
          </p:nvPr>
        </p:nvSpPr>
        <p:spPr>
          <a:xfrm>
            <a:off x="11047046"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835" name="Shape 835"/>
        <p:cNvGrpSpPr/>
        <p:nvPr/>
      </p:nvGrpSpPr>
      <p:grpSpPr>
        <a:xfrm>
          <a:off x="0" y="0"/>
          <a:ext cx="0" cy="0"/>
          <a:chOff x="0" y="0"/>
          <a:chExt cx="0" cy="0"/>
        </a:xfrm>
      </p:grpSpPr>
      <p:sp>
        <p:nvSpPr>
          <p:cNvPr id="836" name="Google Shape;836;p43"/>
          <p:cNvSpPr txBox="1"/>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p>
        </p:txBody>
      </p:sp>
      <p:pic>
        <p:nvPicPr>
          <p:cNvPr id="837" name="Google Shape;837;p43" descr="Play"/>
          <p:cNvPicPr preferRelativeResize="0"/>
          <p:nvPr/>
        </p:nvPicPr>
        <p:blipFill rotWithShape="1">
          <a:blip r:embed="rId1"/>
          <a:srcRect/>
          <a:stretch>
            <a:fillRect/>
          </a:stretch>
        </p:blipFill>
        <p:spPr>
          <a:xfrm>
            <a:off x="1154352" y="2467985"/>
            <a:ext cx="3019646" cy="3019646"/>
          </a:xfrm>
          <a:prstGeom prst="rect">
            <a:avLst/>
          </a:prstGeom>
          <a:noFill/>
          <a:ln>
            <a:noFill/>
          </a:ln>
        </p:spPr>
      </p:pic>
      <p:sp>
        <p:nvSpPr>
          <p:cNvPr id="838" name="Google Shape;838;p43"/>
          <p:cNvSpPr txBox="1"/>
          <p:nvPr>
            <p:ph type="body" idx="1"/>
          </p:nvPr>
        </p:nvSpPr>
        <p:spPr>
          <a:xfrm>
            <a:off x="4637165" y="2103120"/>
            <a:ext cx="6488035" cy="393192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880"/>
              <a:buChar char="▶"/>
            </a:pPr>
            <a:r>
              <a:rPr lang="de-DE" sz="3600"/>
              <a:t>Weiter zu WinCC</a:t>
            </a:r>
            <a:endParaRPr lang="de-DE" sz="3600"/>
          </a:p>
          <a:p>
            <a:pPr marL="285750" lvl="0" indent="-184150" algn="l" rtl="0">
              <a:spcBef>
                <a:spcPts val="1000"/>
              </a:spcBef>
              <a:spcAft>
                <a:spcPts val="0"/>
              </a:spcAft>
              <a:buSzPts val="1600"/>
              <a:buNone/>
            </a:pPr>
          </a:p>
        </p:txBody>
      </p:sp>
      <p:sp>
        <p:nvSpPr>
          <p:cNvPr id="839" name="Google Shape;839;p43"/>
          <p:cNvSpPr txBox="1"/>
          <p:nvPr>
            <p:ph type="sldNum" idx="12"/>
          </p:nvPr>
        </p:nvSpPr>
        <p:spPr>
          <a:xfrm>
            <a:off x="11017738" y="623301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843" name="Shape 843"/>
        <p:cNvGrpSpPr/>
        <p:nvPr/>
      </p:nvGrpSpPr>
      <p:grpSpPr>
        <a:xfrm>
          <a:off x="0" y="0"/>
          <a:ext cx="0" cy="0"/>
          <a:chOff x="0" y="0"/>
          <a:chExt cx="0" cy="0"/>
        </a:xfrm>
      </p:grpSpPr>
      <p:sp>
        <p:nvSpPr>
          <p:cNvPr id="844" name="Google Shape;844;p44"/>
          <p:cNvSpPr txBox="1"/>
          <p:nvPr>
            <p:ph type="title"/>
          </p:nvPr>
        </p:nvSpPr>
        <p:spPr>
          <a:xfrm>
            <a:off x="176212" y="-182360"/>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a:t>                                     WINCC</a:t>
            </a:r>
            <a:endParaRPr lang="de-DE"/>
          </a:p>
        </p:txBody>
      </p:sp>
      <p:pic>
        <p:nvPicPr>
          <p:cNvPr id="845" name="Google Shape;845;p44" descr="Ein Bild, das Text, drinnen, Screenshot enthält.&#10;&#10;Beschreibung automatisch generiert."/>
          <p:cNvPicPr preferRelativeResize="0"/>
          <p:nvPr/>
        </p:nvPicPr>
        <p:blipFill rotWithShape="1">
          <a:blip r:embed="rId1"/>
          <a:srcRect/>
          <a:stretch>
            <a:fillRect/>
          </a:stretch>
        </p:blipFill>
        <p:spPr>
          <a:xfrm>
            <a:off x="8182620" y="667511"/>
            <a:ext cx="3714605" cy="2100315"/>
          </a:xfrm>
          <a:prstGeom prst="rect">
            <a:avLst/>
          </a:prstGeom>
          <a:noFill/>
          <a:ln>
            <a:noFill/>
          </a:ln>
        </p:spPr>
      </p:pic>
      <p:pic>
        <p:nvPicPr>
          <p:cNvPr id="846" name="Google Shape;846;p44" descr="Ein Bild, das Tisch enthält.&#10;&#10;Beschreibung automatisch generiert."/>
          <p:cNvPicPr preferRelativeResize="0"/>
          <p:nvPr/>
        </p:nvPicPr>
        <p:blipFill rotWithShape="1">
          <a:blip r:embed="rId2"/>
          <a:srcRect/>
          <a:stretch>
            <a:fillRect/>
          </a:stretch>
        </p:blipFill>
        <p:spPr>
          <a:xfrm>
            <a:off x="217392" y="3570560"/>
            <a:ext cx="2985978" cy="3049191"/>
          </a:xfrm>
          <a:prstGeom prst="rect">
            <a:avLst/>
          </a:prstGeom>
          <a:noFill/>
          <a:ln>
            <a:noFill/>
          </a:ln>
        </p:spPr>
      </p:pic>
      <p:pic>
        <p:nvPicPr>
          <p:cNvPr id="847" name="Google Shape;847;p44"/>
          <p:cNvPicPr preferRelativeResize="0"/>
          <p:nvPr/>
        </p:nvPicPr>
        <p:blipFill rotWithShape="1">
          <a:blip r:embed="rId3"/>
          <a:srcRect/>
          <a:stretch>
            <a:fillRect/>
          </a:stretch>
        </p:blipFill>
        <p:spPr>
          <a:xfrm>
            <a:off x="8186263" y="3830596"/>
            <a:ext cx="3720436" cy="2646138"/>
          </a:xfrm>
          <a:prstGeom prst="rect">
            <a:avLst/>
          </a:prstGeom>
          <a:noFill/>
          <a:ln>
            <a:noFill/>
          </a:ln>
        </p:spPr>
      </p:pic>
      <p:pic>
        <p:nvPicPr>
          <p:cNvPr id="848" name="Google Shape;848;p44" descr="Ein Bild, das Tisch enthält.&#10;&#10;Beschreibung automatisch generiert."/>
          <p:cNvPicPr preferRelativeResize="0"/>
          <p:nvPr/>
        </p:nvPicPr>
        <p:blipFill rotWithShape="1">
          <a:blip r:embed="rId4"/>
          <a:srcRect/>
          <a:stretch>
            <a:fillRect/>
          </a:stretch>
        </p:blipFill>
        <p:spPr>
          <a:xfrm>
            <a:off x="279182" y="237322"/>
            <a:ext cx="2912534" cy="3050463"/>
          </a:xfrm>
          <a:prstGeom prst="rect">
            <a:avLst/>
          </a:prstGeom>
          <a:noFill/>
          <a:ln>
            <a:noFill/>
          </a:ln>
        </p:spPr>
      </p:pic>
      <p:pic>
        <p:nvPicPr>
          <p:cNvPr id="849" name="Google Shape;849;p44" descr="Ein Bild, das Text, Elektronik, Screenshot enthält.&#10;&#10;Beschreibung automatisch generiert."/>
          <p:cNvPicPr preferRelativeResize="0"/>
          <p:nvPr/>
        </p:nvPicPr>
        <p:blipFill rotWithShape="1">
          <a:blip r:embed="rId5"/>
          <a:srcRect/>
          <a:stretch>
            <a:fillRect/>
          </a:stretch>
        </p:blipFill>
        <p:spPr>
          <a:xfrm>
            <a:off x="3612804" y="1811156"/>
            <a:ext cx="4391649" cy="3166318"/>
          </a:xfrm>
          <a:prstGeom prst="rect">
            <a:avLst/>
          </a:prstGeom>
          <a:noFill/>
          <a:ln>
            <a:noFill/>
          </a:ln>
        </p:spPr>
      </p:pic>
      <p:sp>
        <p:nvSpPr>
          <p:cNvPr id="850" name="Google Shape;850;p44"/>
          <p:cNvSpPr txBox="1"/>
          <p:nvPr>
            <p:ph type="sldNum" idx="12"/>
          </p:nvPr>
        </p:nvSpPr>
        <p:spPr>
          <a:xfrm>
            <a:off x="11047046" y="6291629"/>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854" name="Shape 854"/>
        <p:cNvGrpSpPr/>
        <p:nvPr/>
      </p:nvGrpSpPr>
      <p:grpSpPr>
        <a:xfrm>
          <a:off x="0" y="0"/>
          <a:ext cx="0" cy="0"/>
          <a:chOff x="0" y="0"/>
          <a:chExt cx="0" cy="0"/>
        </a:xfrm>
      </p:grpSpPr>
      <p:sp>
        <p:nvSpPr>
          <p:cNvPr id="855" name="Google Shape;855;p45"/>
          <p:cNvSpPr txBox="1"/>
          <p:nvPr>
            <p:ph type="title"/>
          </p:nvPr>
        </p:nvSpPr>
        <p:spPr>
          <a:xfrm>
            <a:off x="684212" y="205618"/>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a:t>GEWERK: WINCC</a:t>
            </a:r>
            <a:endParaRPr lang="de-DE"/>
          </a:p>
        </p:txBody>
      </p:sp>
      <p:sp>
        <p:nvSpPr>
          <p:cNvPr id="856" name="Google Shape;856;p45"/>
          <p:cNvSpPr txBox="1"/>
          <p:nvPr>
            <p:ph type="body" idx="1"/>
          </p:nvPr>
        </p:nvSpPr>
        <p:spPr>
          <a:xfrm>
            <a:off x="684212" y="1511629"/>
            <a:ext cx="8534400" cy="506844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1600"/>
              <a:buNone/>
            </a:pPr>
            <a:r>
              <a:rPr lang="de-DE">
                <a:solidFill>
                  <a:schemeClr val="lt1"/>
                </a:solidFill>
              </a:rPr>
              <a:t>•Einleitung</a:t>
            </a:r>
            <a:endParaRPr>
              <a:solidFill>
                <a:schemeClr val="lt1"/>
              </a:solidFill>
            </a:endParaRPr>
          </a:p>
          <a:p>
            <a:pPr marL="457200" lvl="1" indent="0" algn="l" rtl="0">
              <a:spcBef>
                <a:spcPts val="1000"/>
              </a:spcBef>
              <a:spcAft>
                <a:spcPts val="0"/>
              </a:spcAft>
              <a:buClr>
                <a:srgbClr val="FFFFFF"/>
              </a:buClr>
              <a:buSzPts val="1600"/>
              <a:buNone/>
            </a:pPr>
            <a:r>
              <a:rPr lang="de-DE" sz="2000">
                <a:solidFill>
                  <a:schemeClr val="lt1"/>
                </a:solidFill>
              </a:rPr>
              <a:t>•Wieso habe ich mich für dieses Gewerk entschieden?</a:t>
            </a:r>
            <a:endParaRPr sz="2000">
              <a:solidFill>
                <a:schemeClr val="lt1"/>
              </a:solidFill>
            </a:endParaRPr>
          </a:p>
          <a:p>
            <a:pPr marL="457200" lvl="1" indent="0" algn="l" rtl="0">
              <a:spcBef>
                <a:spcPts val="1000"/>
              </a:spcBef>
              <a:spcAft>
                <a:spcPts val="0"/>
              </a:spcAft>
              <a:buClr>
                <a:srgbClr val="FFFFFF"/>
              </a:buClr>
              <a:buSzPts val="1600"/>
              <a:buNone/>
            </a:pPr>
            <a:r>
              <a:rPr lang="de-DE" sz="2000">
                <a:solidFill>
                  <a:schemeClr val="lt1"/>
                </a:solidFill>
              </a:rPr>
              <a:t>• Wozu braucht man eine Visualisierung?</a:t>
            </a:r>
            <a:endParaRPr sz="2000">
              <a:solidFill>
                <a:schemeClr val="lt1"/>
              </a:solidFill>
            </a:endParaRPr>
          </a:p>
          <a:p>
            <a:pPr marL="0" lvl="0" indent="0" algn="l" rtl="0">
              <a:spcBef>
                <a:spcPts val="1000"/>
              </a:spcBef>
              <a:spcAft>
                <a:spcPts val="0"/>
              </a:spcAft>
              <a:buClr>
                <a:srgbClr val="FFFFFF"/>
              </a:buClr>
              <a:buSzPts val="1600"/>
              <a:buNone/>
            </a:pPr>
            <a:r>
              <a:rPr lang="de-DE">
                <a:solidFill>
                  <a:schemeClr val="lt1"/>
                </a:solidFill>
              </a:rPr>
              <a:t>•Was ist das HMI?</a:t>
            </a:r>
            <a:endParaRPr>
              <a:solidFill>
                <a:schemeClr val="lt1"/>
              </a:solidFill>
            </a:endParaRPr>
          </a:p>
          <a:p>
            <a:pPr marL="0" lvl="0" indent="0" algn="l" rtl="0">
              <a:spcBef>
                <a:spcPts val="1000"/>
              </a:spcBef>
              <a:spcAft>
                <a:spcPts val="0"/>
              </a:spcAft>
              <a:buClr>
                <a:srgbClr val="FFFFFF"/>
              </a:buClr>
              <a:buSzPts val="1600"/>
              <a:buNone/>
            </a:pPr>
            <a:r>
              <a:rPr lang="de-DE">
                <a:solidFill>
                  <a:schemeClr val="lt1"/>
                </a:solidFill>
              </a:rPr>
              <a:t>•Ablauf der Visualisierung</a:t>
            </a:r>
            <a:endParaRPr>
              <a:solidFill>
                <a:schemeClr val="lt1"/>
              </a:solidFill>
            </a:endParaRPr>
          </a:p>
          <a:p>
            <a:pPr marL="457200" lvl="1" indent="0" algn="l" rtl="0">
              <a:spcBef>
                <a:spcPts val="1000"/>
              </a:spcBef>
              <a:spcAft>
                <a:spcPts val="0"/>
              </a:spcAft>
              <a:buClr>
                <a:srgbClr val="FFFFFF"/>
              </a:buClr>
              <a:buSzPts val="1600"/>
              <a:buNone/>
            </a:pPr>
            <a:r>
              <a:rPr lang="de-DE" sz="2000">
                <a:solidFill>
                  <a:schemeClr val="lt1"/>
                </a:solidFill>
              </a:rPr>
              <a:t>•Handbetrieb</a:t>
            </a:r>
            <a:endParaRPr sz="2000">
              <a:solidFill>
                <a:schemeClr val="lt1"/>
              </a:solidFill>
            </a:endParaRPr>
          </a:p>
          <a:p>
            <a:pPr marL="457200" lvl="1" indent="0" algn="l" rtl="0">
              <a:spcBef>
                <a:spcPts val="1000"/>
              </a:spcBef>
              <a:spcAft>
                <a:spcPts val="0"/>
              </a:spcAft>
              <a:buClr>
                <a:srgbClr val="FFFFFF"/>
              </a:buClr>
              <a:buSzPts val="1600"/>
              <a:buNone/>
            </a:pPr>
            <a:r>
              <a:rPr lang="de-DE" sz="2000">
                <a:solidFill>
                  <a:schemeClr val="lt1"/>
                </a:solidFill>
              </a:rPr>
              <a:t>•Automatikbetrieb</a:t>
            </a:r>
            <a:endParaRPr sz="2000">
              <a:solidFill>
                <a:schemeClr val="lt1"/>
              </a:solidFill>
            </a:endParaRPr>
          </a:p>
          <a:p>
            <a:pPr marL="0" lvl="0" indent="0" algn="l" rtl="0">
              <a:spcBef>
                <a:spcPts val="1000"/>
              </a:spcBef>
              <a:spcAft>
                <a:spcPts val="0"/>
              </a:spcAft>
              <a:buClr>
                <a:srgbClr val="FFFFFF"/>
              </a:buClr>
              <a:buSzPts val="1600"/>
              <a:buNone/>
            </a:pPr>
            <a:r>
              <a:rPr lang="de-DE">
                <a:solidFill>
                  <a:schemeClr val="lt1"/>
                </a:solidFill>
              </a:rPr>
              <a:t>•Probleme und Schwierigkeiten</a:t>
            </a:r>
            <a:endParaRPr>
              <a:solidFill>
                <a:schemeClr val="lt1"/>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sp>
        <p:nvSpPr>
          <p:cNvPr id="857" name="Google Shape;857;p45"/>
          <p:cNvSpPr txBox="1"/>
          <p:nvPr>
            <p:ph type="sldNum" idx="12"/>
          </p:nvPr>
        </p:nvSpPr>
        <p:spPr>
          <a:xfrm>
            <a:off x="11047046" y="624278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861" name="Shape 861"/>
        <p:cNvGrpSpPr/>
        <p:nvPr/>
      </p:nvGrpSpPr>
      <p:grpSpPr>
        <a:xfrm>
          <a:off x="0" y="0"/>
          <a:ext cx="0" cy="0"/>
          <a:chOff x="0" y="0"/>
          <a:chExt cx="0" cy="0"/>
        </a:xfrm>
      </p:grpSpPr>
      <p:sp>
        <p:nvSpPr>
          <p:cNvPr id="862" name="Google Shape;862;p46"/>
          <p:cNvSpPr txBox="1"/>
          <p:nvPr>
            <p:ph type="title"/>
          </p:nvPr>
        </p:nvSpPr>
        <p:spPr>
          <a:xfrm>
            <a:off x="684212" y="205618"/>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cap="none"/>
              <a:t>Wieso habe ich mich für dieses Gewerk entschieden?</a:t>
            </a:r>
            <a:endParaRPr cap="none"/>
          </a:p>
        </p:txBody>
      </p:sp>
      <p:sp>
        <p:nvSpPr>
          <p:cNvPr id="863" name="Google Shape;863;p46"/>
          <p:cNvSpPr txBox="1"/>
          <p:nvPr>
            <p:ph type="body" idx="1"/>
          </p:nvPr>
        </p:nvSpPr>
        <p:spPr>
          <a:xfrm>
            <a:off x="684212" y="1484087"/>
            <a:ext cx="8534400" cy="492155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440"/>
              <a:buNone/>
            </a:pPr>
            <a:r>
              <a:rPr lang="de-DE" sz="1800">
                <a:solidFill>
                  <a:schemeClr val="lt1"/>
                </a:solidFill>
              </a:rPr>
              <a:t>• </a:t>
            </a:r>
            <a:r>
              <a:rPr lang="de-DE">
                <a:solidFill>
                  <a:schemeClr val="lt1"/>
                </a:solidFill>
              </a:rPr>
              <a:t>Noch nicht mit WinCC gearbeitet</a:t>
            </a:r>
            <a:endParaRPr>
              <a:solidFill>
                <a:schemeClr val="lt1"/>
              </a:solidFill>
            </a:endParaRPr>
          </a:p>
          <a:p>
            <a:pPr marL="285750" lvl="0" indent="-285750" algn="l" rtl="0">
              <a:spcBef>
                <a:spcPts val="1000"/>
              </a:spcBef>
              <a:spcAft>
                <a:spcPts val="0"/>
              </a:spcAft>
              <a:buSzPts val="1600"/>
              <a:buNone/>
            </a:pPr>
            <a:r>
              <a:rPr lang="de-DE">
                <a:solidFill>
                  <a:schemeClr val="lt1"/>
                </a:solidFill>
              </a:rPr>
              <a:t>• Ausbauen meiner WinCC Kenntnisse</a:t>
            </a:r>
            <a:endParaRPr>
              <a:solidFill>
                <a:schemeClr val="lt1"/>
              </a:solidFill>
            </a:endParaRPr>
          </a:p>
          <a:p>
            <a:pPr marL="285750" lvl="0" indent="-285750" algn="l" rtl="0">
              <a:spcBef>
                <a:spcPts val="1000"/>
              </a:spcBef>
              <a:spcAft>
                <a:spcPts val="0"/>
              </a:spcAft>
              <a:buSzPts val="1600"/>
              <a:buNone/>
            </a:pPr>
            <a:r>
              <a:rPr lang="de-DE">
                <a:solidFill>
                  <a:schemeClr val="lt1"/>
                </a:solidFill>
              </a:rPr>
              <a:t>• Spaß an Darstellung von Daten (in diesem Fall insbesondere der Automatikbetrieb) </a:t>
            </a:r>
            <a:endParaRPr>
              <a:solidFill>
                <a:schemeClr val="lt1"/>
              </a:solidFill>
            </a:endParaRPr>
          </a:p>
          <a:p>
            <a:pPr marL="0" lvl="0" indent="0" algn="l" rtl="0">
              <a:spcBef>
                <a:spcPts val="1000"/>
              </a:spcBef>
              <a:spcAft>
                <a:spcPts val="0"/>
              </a:spcAft>
              <a:buSzPts val="1600"/>
              <a:buNone/>
            </a:pPr>
            <a:endParaRPr>
              <a:solidFill>
                <a:schemeClr val="lt1"/>
              </a:solidFill>
            </a:endParaRPr>
          </a:p>
          <a:p>
            <a:pPr marL="285750" lvl="0" indent="-184150" algn="l" rtl="0">
              <a:spcBef>
                <a:spcPts val="1000"/>
              </a:spcBef>
              <a:spcAft>
                <a:spcPts val="0"/>
              </a:spcAft>
              <a:buClr>
                <a:srgbClr val="FFFFFF"/>
              </a:buClr>
              <a:buSzPts val="1600"/>
              <a:buNone/>
            </a:pPr>
          </a:p>
        </p:txBody>
      </p:sp>
      <p:sp>
        <p:nvSpPr>
          <p:cNvPr id="864" name="Google Shape;864;p46"/>
          <p:cNvSpPr txBox="1"/>
          <p:nvPr>
            <p:ph type="sldNum" idx="12"/>
          </p:nvPr>
        </p:nvSpPr>
        <p:spPr>
          <a:xfrm>
            <a:off x="11047046" y="623301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868" name="Shape 868"/>
        <p:cNvGrpSpPr/>
        <p:nvPr/>
      </p:nvGrpSpPr>
      <p:grpSpPr>
        <a:xfrm>
          <a:off x="0" y="0"/>
          <a:ext cx="0" cy="0"/>
          <a:chOff x="0" y="0"/>
          <a:chExt cx="0" cy="0"/>
        </a:xfrm>
      </p:grpSpPr>
      <p:sp>
        <p:nvSpPr>
          <p:cNvPr id="869" name="Google Shape;869;p47"/>
          <p:cNvSpPr txBox="1"/>
          <p:nvPr>
            <p:ph type="title"/>
          </p:nvPr>
        </p:nvSpPr>
        <p:spPr>
          <a:xfrm>
            <a:off x="684212" y="205618"/>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cap="none"/>
              <a:t>Wozu braucht man eine Visualisierung?</a:t>
            </a:r>
            <a:endParaRPr lang="de-DE" cap="none"/>
          </a:p>
        </p:txBody>
      </p:sp>
      <p:sp>
        <p:nvSpPr>
          <p:cNvPr id="870" name="Google Shape;870;p47"/>
          <p:cNvSpPr txBox="1"/>
          <p:nvPr>
            <p:ph type="body" idx="1"/>
          </p:nvPr>
        </p:nvSpPr>
        <p:spPr>
          <a:xfrm>
            <a:off x="684212" y="1484087"/>
            <a:ext cx="8534400" cy="492155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440"/>
              <a:buNone/>
            </a:pPr>
            <a:r>
              <a:rPr lang="de-DE" sz="1800">
                <a:solidFill>
                  <a:schemeClr val="lt1"/>
                </a:solidFill>
              </a:rPr>
              <a:t>• </a:t>
            </a:r>
            <a:r>
              <a:rPr lang="de-DE">
                <a:solidFill>
                  <a:schemeClr val="lt1"/>
                </a:solidFill>
              </a:rPr>
              <a:t>Leichtes Steuern der Anlage über Schaltflächen</a:t>
            </a:r>
            <a:endParaRPr>
              <a:solidFill>
                <a:schemeClr val="lt1"/>
              </a:solidFill>
            </a:endParaRPr>
          </a:p>
          <a:p>
            <a:pPr marL="285750" lvl="0" indent="-285750" algn="l" rtl="0">
              <a:spcBef>
                <a:spcPts val="1000"/>
              </a:spcBef>
              <a:spcAft>
                <a:spcPts val="0"/>
              </a:spcAft>
              <a:buSzPts val="1600"/>
              <a:buNone/>
            </a:pPr>
            <a:r>
              <a:rPr lang="de-DE">
                <a:solidFill>
                  <a:schemeClr val="lt1"/>
                </a:solidFill>
              </a:rPr>
              <a:t>• Anzeigen lassen von Anlagenzuständen (Sensoren, Lichtschranken usw.)</a:t>
            </a:r>
            <a:endParaRPr>
              <a:solidFill>
                <a:schemeClr val="lt1"/>
              </a:solidFill>
            </a:endParaRPr>
          </a:p>
          <a:p>
            <a:pPr marL="285750" lvl="0" indent="-285750" algn="l" rtl="0">
              <a:spcBef>
                <a:spcPts val="1000"/>
              </a:spcBef>
              <a:spcAft>
                <a:spcPts val="0"/>
              </a:spcAft>
              <a:buSzPts val="1600"/>
              <a:buNone/>
            </a:pPr>
            <a:r>
              <a:rPr lang="de-DE">
                <a:solidFill>
                  <a:schemeClr val="lt1"/>
                </a:solidFill>
              </a:rPr>
              <a:t>• Ausgrauen von Schaltflächen, wenn diese aktuell nicht genutzt werden sollen, um Fehlfunktionen und Unfälle zu vermeiden</a:t>
            </a:r>
            <a:endParaRPr>
              <a:solidFill>
                <a:schemeClr val="lt1"/>
              </a:solidFill>
            </a:endParaRPr>
          </a:p>
          <a:p>
            <a:pPr marL="285750" lvl="0" indent="-285750" algn="l" rtl="0">
              <a:spcBef>
                <a:spcPts val="960"/>
              </a:spcBef>
              <a:spcAft>
                <a:spcPts val="0"/>
              </a:spcAft>
              <a:buSzPts val="1440"/>
              <a:buNone/>
            </a:pPr>
            <a:endParaRPr sz="1800">
              <a:solidFill>
                <a:schemeClr val="lt1"/>
              </a:solidFill>
            </a:endParaRPr>
          </a:p>
          <a:p>
            <a:pPr marL="0" lvl="0" indent="0" algn="l" rtl="0">
              <a:spcBef>
                <a:spcPts val="1000"/>
              </a:spcBef>
              <a:spcAft>
                <a:spcPts val="0"/>
              </a:spcAft>
              <a:buSzPts val="1600"/>
              <a:buNone/>
            </a:pPr>
            <a:endParaRPr>
              <a:solidFill>
                <a:schemeClr val="lt1"/>
              </a:solidFill>
            </a:endParaRPr>
          </a:p>
          <a:p>
            <a:pPr marL="285750" lvl="0" indent="-184150" algn="l" rtl="0">
              <a:spcBef>
                <a:spcPts val="1000"/>
              </a:spcBef>
              <a:spcAft>
                <a:spcPts val="0"/>
              </a:spcAft>
              <a:buClr>
                <a:srgbClr val="FFFFFF"/>
              </a:buClr>
              <a:buSzPts val="1600"/>
              <a:buNone/>
            </a:pPr>
          </a:p>
        </p:txBody>
      </p:sp>
      <p:sp>
        <p:nvSpPr>
          <p:cNvPr id="871" name="Google Shape;871;p47"/>
          <p:cNvSpPr txBox="1"/>
          <p:nvPr>
            <p:ph type="sldNum" idx="12"/>
          </p:nvPr>
        </p:nvSpPr>
        <p:spPr>
          <a:xfrm>
            <a:off x="11007969" y="623301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875" name="Shape 875"/>
        <p:cNvGrpSpPr/>
        <p:nvPr/>
      </p:nvGrpSpPr>
      <p:grpSpPr>
        <a:xfrm>
          <a:off x="0" y="0"/>
          <a:ext cx="0" cy="0"/>
          <a:chOff x="0" y="0"/>
          <a:chExt cx="0" cy="0"/>
        </a:xfrm>
      </p:grpSpPr>
      <p:sp>
        <p:nvSpPr>
          <p:cNvPr id="876" name="Google Shape;876;p48"/>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877" name="Google Shape;877;p48"/>
          <p:cNvSpPr txBox="1"/>
          <p:nvPr>
            <p:ph type="title"/>
          </p:nvPr>
        </p:nvSpPr>
        <p:spPr>
          <a:xfrm>
            <a:off x="411447" y="72570"/>
            <a:ext cx="4205003"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3200"/>
              <a:buFont typeface="Century Gothic" panose="020B0502020202020204"/>
              <a:buNone/>
            </a:pPr>
            <a:r>
              <a:rPr lang="de-DE" sz="3200" cap="none">
                <a:solidFill>
                  <a:srgbClr val="FFFFFF"/>
                </a:solidFill>
              </a:rPr>
              <a:t>Was ist das HMI?</a:t>
            </a:r>
            <a:endParaRPr lang="de-DE" sz="3200" cap="none">
              <a:solidFill>
                <a:srgbClr val="FFFFFF"/>
              </a:solidFill>
            </a:endParaRPr>
          </a:p>
        </p:txBody>
      </p:sp>
      <p:pic>
        <p:nvPicPr>
          <p:cNvPr id="878" name="Google Shape;878;p48" descr="Ein Bild, das Text, drinnen, Screenshot enthält.&#10;&#10;Beschreibung automatisch generiert."/>
          <p:cNvPicPr preferRelativeResize="0"/>
          <p:nvPr/>
        </p:nvPicPr>
        <p:blipFill rotWithShape="1">
          <a:blip r:embed="rId1"/>
          <a:srcRect/>
          <a:stretch>
            <a:fillRect/>
          </a:stretch>
        </p:blipFill>
        <p:spPr>
          <a:xfrm>
            <a:off x="6160408" y="1895953"/>
            <a:ext cx="5661561" cy="3196723"/>
          </a:xfrm>
          <a:prstGeom prst="rect">
            <a:avLst/>
          </a:prstGeom>
          <a:noFill/>
          <a:ln>
            <a:noFill/>
          </a:ln>
        </p:spPr>
      </p:pic>
      <p:sp>
        <p:nvSpPr>
          <p:cNvPr id="879" name="Google Shape;879;p48"/>
          <p:cNvSpPr txBox="1"/>
          <p:nvPr>
            <p:ph type="body" idx="1"/>
          </p:nvPr>
        </p:nvSpPr>
        <p:spPr>
          <a:xfrm>
            <a:off x="205618" y="1351038"/>
            <a:ext cx="6186414" cy="45466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440"/>
              <a:buNone/>
            </a:pPr>
            <a:endParaRPr sz="1800">
              <a:solidFill>
                <a:srgbClr val="0F496F"/>
              </a:solidFill>
            </a:endParaRPr>
          </a:p>
          <a:p>
            <a:pPr marL="742950" lvl="1" indent="0" algn="l" rtl="0">
              <a:spcBef>
                <a:spcPts val="1240"/>
              </a:spcBef>
              <a:spcAft>
                <a:spcPts val="0"/>
              </a:spcAft>
              <a:buSzPts val="2560"/>
              <a:buNone/>
            </a:pPr>
            <a:endParaRPr sz="32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r>
              <a:rPr lang="de-DE" sz="1800" cap="none">
                <a:solidFill>
                  <a:srgbClr val="FFFFFF"/>
                </a:solidFill>
                <a:latin typeface="Century Gothic" panose="020B0502020202020204"/>
                <a:ea typeface="Century Gothic" panose="020B0502020202020204"/>
                <a:cs typeface="Century Gothic" panose="020B0502020202020204"/>
                <a:sym typeface="Century Gothic" panose="020B0502020202020204"/>
              </a:rPr>
              <a:t>• HUMAN MACHINE INTERFACE</a:t>
            </a:r>
            <a:endParaRPr lang="de-DE"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r>
              <a:rPr lang="de-DE" sz="1800" cap="none">
                <a:solidFill>
                  <a:srgbClr val="FFFFFF"/>
                </a:solidFill>
                <a:latin typeface="Century Gothic" panose="020B0502020202020204"/>
                <a:ea typeface="Century Gothic" panose="020B0502020202020204"/>
                <a:cs typeface="Century Gothic" panose="020B0502020202020204"/>
                <a:sym typeface="Century Gothic" panose="020B0502020202020204"/>
              </a:rPr>
              <a:t>SIMATIC HMI - BEDIEN- UND BEOBACHTUNGSSYSTEME </a:t>
            </a:r>
            <a:endParaRPr lang="de-DE"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r>
              <a:rPr lang="de-DE" sz="1800" cap="none">
                <a:solidFill>
                  <a:srgbClr val="FFFFFF"/>
                </a:solidFill>
                <a:latin typeface="Century Gothic" panose="020B0502020202020204"/>
                <a:ea typeface="Century Gothic" panose="020B0502020202020204"/>
                <a:cs typeface="Century Gothic" panose="020B0502020202020204"/>
                <a:sym typeface="Century Gothic" panose="020B0502020202020204"/>
              </a:rPr>
              <a:t>4",7”, 9” UND 12” DISPLAYS SOWIE KOMBINIERTE TASTEN- BZW. TOUCHBEDIENUNG </a:t>
            </a:r>
            <a:endParaRPr lang="de-DE"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r>
              <a:rPr lang="de-DE" sz="1800" cap="none">
                <a:solidFill>
                  <a:srgbClr val="FFFFFF"/>
                </a:solidFill>
                <a:latin typeface="Century Gothic" panose="020B0502020202020204"/>
                <a:ea typeface="Century Gothic" panose="020B0502020202020204"/>
                <a:cs typeface="Century Gothic" panose="020B0502020202020204"/>
                <a:sym typeface="Century Gothic" panose="020B0502020202020204"/>
              </a:rPr>
              <a:t>VARIANTEN FÜR PROFIBUS ODER PROFINET</a:t>
            </a:r>
            <a:endParaRPr lang="de-DE"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0" lvl="0" indent="0" algn="l" rtl="0">
              <a:spcBef>
                <a:spcPts val="960"/>
              </a:spcBef>
              <a:spcAft>
                <a:spcPts val="0"/>
              </a:spcAft>
              <a:buClr>
                <a:srgbClr val="FFFFFF"/>
              </a:buClr>
              <a:buSzPts val="1440"/>
              <a:buNone/>
            </a:pPr>
            <a:endParaRPr sz="1800">
              <a:solidFill>
                <a:srgbClr val="0F496F"/>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grpSp>
        <p:nvGrpSpPr>
          <p:cNvPr id="880" name="Google Shape;880;p48"/>
          <p:cNvGrpSpPr/>
          <p:nvPr/>
        </p:nvGrpSpPr>
        <p:grpSpPr>
          <a:xfrm>
            <a:off x="9206969" y="2963333"/>
            <a:ext cx="2981858" cy="3208867"/>
            <a:chOff x="9206969" y="2963333"/>
            <a:chExt cx="2981858" cy="3208867"/>
          </a:xfrm>
        </p:grpSpPr>
        <p:cxnSp>
          <p:nvCxnSpPr>
            <p:cNvPr id="881" name="Google Shape;881;p48"/>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882" name="Google Shape;882;p48"/>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883" name="Google Shape;883;p48"/>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884" name="Google Shape;884;p48"/>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885" name="Google Shape;885;p48"/>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886" name="Google Shape;886;p48"/>
          <p:cNvSpPr txBox="1"/>
          <p:nvPr>
            <p:ph type="sldNum" idx="12"/>
          </p:nvPr>
        </p:nvSpPr>
        <p:spPr>
          <a:xfrm>
            <a:off x="11017738" y="6223244"/>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890" name="Shape 890"/>
        <p:cNvGrpSpPr/>
        <p:nvPr/>
      </p:nvGrpSpPr>
      <p:grpSpPr>
        <a:xfrm>
          <a:off x="0" y="0"/>
          <a:ext cx="0" cy="0"/>
          <a:chOff x="0" y="0"/>
          <a:chExt cx="0" cy="0"/>
        </a:xfrm>
      </p:grpSpPr>
      <p:sp>
        <p:nvSpPr>
          <p:cNvPr id="891" name="Google Shape;891;p49"/>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892" name="Google Shape;892;p49"/>
          <p:cNvSpPr txBox="1"/>
          <p:nvPr>
            <p:ph type="title"/>
          </p:nvPr>
        </p:nvSpPr>
        <p:spPr>
          <a:xfrm>
            <a:off x="411447" y="72570"/>
            <a:ext cx="4205003"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a:solidFill>
                  <a:schemeClr val="lt1"/>
                </a:solidFill>
              </a:rPr>
              <a:t>HMI</a:t>
            </a:r>
            <a:endParaRPr lang="de-DE">
              <a:solidFill>
                <a:schemeClr val="lt1"/>
              </a:solidFill>
            </a:endParaRPr>
          </a:p>
        </p:txBody>
      </p:sp>
      <p:sp>
        <p:nvSpPr>
          <p:cNvPr id="893" name="Google Shape;893;p49"/>
          <p:cNvSpPr txBox="1"/>
          <p:nvPr>
            <p:ph type="body" idx="1"/>
          </p:nvPr>
        </p:nvSpPr>
        <p:spPr>
          <a:xfrm>
            <a:off x="205618" y="1351038"/>
            <a:ext cx="6186414" cy="45466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None/>
            </a:pPr>
            <a:r>
              <a:rPr lang="de-DE" cap="none">
                <a:solidFill>
                  <a:schemeClr val="lt1"/>
                </a:solidFill>
                <a:latin typeface="Arial" panose="020B0604020202090204"/>
                <a:ea typeface="Arial" panose="020B0604020202090204"/>
                <a:cs typeface="Arial" panose="020B0604020202090204"/>
                <a:sym typeface="Arial" panose="020B0604020202090204"/>
              </a:rPr>
              <a:t>•</a:t>
            </a:r>
            <a:r>
              <a:rPr lang="de-DE" sz="2000" cap="none">
                <a:solidFill>
                  <a:schemeClr val="lt1"/>
                </a:solidFill>
              </a:rPr>
              <a:t>HMI </a:t>
            </a:r>
            <a:r>
              <a:rPr lang="de-DE">
                <a:solidFill>
                  <a:schemeClr val="lt1"/>
                </a:solidFill>
              </a:rPr>
              <a:t>Erfassungszyklen</a:t>
            </a:r>
            <a:endParaRPr>
              <a:solidFill>
                <a:schemeClr val="lt1"/>
              </a:solidFill>
            </a:endParaRPr>
          </a:p>
          <a:p>
            <a:pPr marL="285750" lvl="0" indent="-285750" algn="l" rtl="0">
              <a:spcBef>
                <a:spcPts val="1000"/>
              </a:spcBef>
              <a:spcAft>
                <a:spcPts val="0"/>
              </a:spcAft>
              <a:buSzPts val="1600"/>
              <a:buNone/>
            </a:pPr>
            <a:endParaRPr sz="2000" cap="none">
              <a:solidFill>
                <a:schemeClr val="lt1"/>
              </a:solidFill>
            </a:endParaRPr>
          </a:p>
          <a:p>
            <a:pPr marL="742950" lvl="1" indent="0" algn="l" rtl="0">
              <a:spcBef>
                <a:spcPts val="1240"/>
              </a:spcBef>
              <a:spcAft>
                <a:spcPts val="0"/>
              </a:spcAft>
              <a:buSzPts val="2560"/>
              <a:buNone/>
            </a:pPr>
            <a:endParaRPr sz="32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0" lvl="0" indent="0" algn="l" rtl="0">
              <a:spcBef>
                <a:spcPts val="960"/>
              </a:spcBef>
              <a:spcAft>
                <a:spcPts val="0"/>
              </a:spcAft>
              <a:buClr>
                <a:srgbClr val="FFFFFF"/>
              </a:buClr>
              <a:buSzPts val="1440"/>
              <a:buNone/>
            </a:pPr>
            <a:endParaRPr sz="1800">
              <a:solidFill>
                <a:srgbClr val="0F496F"/>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grpSp>
        <p:nvGrpSpPr>
          <p:cNvPr id="894" name="Google Shape;894;p49"/>
          <p:cNvGrpSpPr/>
          <p:nvPr/>
        </p:nvGrpSpPr>
        <p:grpSpPr>
          <a:xfrm>
            <a:off x="9206969" y="2963333"/>
            <a:ext cx="2981858" cy="3208867"/>
            <a:chOff x="9206969" y="2963333"/>
            <a:chExt cx="2981858" cy="3208867"/>
          </a:xfrm>
        </p:grpSpPr>
        <p:cxnSp>
          <p:nvCxnSpPr>
            <p:cNvPr id="895" name="Google Shape;895;p49"/>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896" name="Google Shape;896;p49"/>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897" name="Google Shape;897;p49"/>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898" name="Google Shape;898;p49"/>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899" name="Google Shape;899;p49"/>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900" name="Google Shape;900;p49"/>
          <p:cNvSpPr txBox="1"/>
          <p:nvPr/>
        </p:nvSpPr>
        <p:spPr>
          <a:xfrm>
            <a:off x="4724400" y="3200400"/>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901" name="Google Shape;901;p49" descr="Ein Bild, das Tisch enthält.&#10;&#10;Beschreibung automatisch generiert."/>
          <p:cNvPicPr preferRelativeResize="0"/>
          <p:nvPr/>
        </p:nvPicPr>
        <p:blipFill rotWithShape="1">
          <a:blip r:embed="rId1"/>
          <a:srcRect/>
          <a:stretch>
            <a:fillRect/>
          </a:stretch>
        </p:blipFill>
        <p:spPr>
          <a:xfrm>
            <a:off x="6264576" y="521341"/>
            <a:ext cx="5694437" cy="5965415"/>
          </a:xfrm>
          <a:prstGeom prst="rect">
            <a:avLst/>
          </a:prstGeom>
          <a:noFill/>
          <a:ln>
            <a:noFill/>
          </a:ln>
        </p:spPr>
      </p:pic>
      <p:sp>
        <p:nvSpPr>
          <p:cNvPr id="902" name="Google Shape;902;p49"/>
          <p:cNvSpPr txBox="1"/>
          <p:nvPr>
            <p:ph type="sldNum" idx="12"/>
          </p:nvPr>
        </p:nvSpPr>
        <p:spPr>
          <a:xfrm>
            <a:off x="11056815" y="6320937"/>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06" name="Shape 906"/>
        <p:cNvGrpSpPr/>
        <p:nvPr/>
      </p:nvGrpSpPr>
      <p:grpSpPr>
        <a:xfrm>
          <a:off x="0" y="0"/>
          <a:ext cx="0" cy="0"/>
          <a:chOff x="0" y="0"/>
          <a:chExt cx="0" cy="0"/>
        </a:xfrm>
      </p:grpSpPr>
      <p:sp>
        <p:nvSpPr>
          <p:cNvPr id="907" name="Google Shape;907;p50"/>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08" name="Google Shape;908;p50"/>
          <p:cNvSpPr txBox="1"/>
          <p:nvPr>
            <p:ph type="title"/>
          </p:nvPr>
        </p:nvSpPr>
        <p:spPr>
          <a:xfrm>
            <a:off x="411447" y="72570"/>
            <a:ext cx="8039193"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3600"/>
              <a:buFont typeface="Century Gothic" panose="020B0502020202020204"/>
              <a:buNone/>
            </a:pPr>
            <a:r>
              <a:rPr lang="de-DE">
                <a:solidFill>
                  <a:srgbClr val="FFFFFF"/>
                </a:solidFill>
              </a:rPr>
              <a:t>ABLAUF DER VISUALISIERUNG</a:t>
            </a:r>
            <a:endParaRPr>
              <a:solidFill>
                <a:srgbClr val="FFFFFF"/>
              </a:solidFill>
            </a:endParaRPr>
          </a:p>
        </p:txBody>
      </p:sp>
      <p:sp>
        <p:nvSpPr>
          <p:cNvPr id="909" name="Google Shape;909;p50"/>
          <p:cNvSpPr txBox="1"/>
          <p:nvPr>
            <p:ph type="body" idx="1"/>
          </p:nvPr>
        </p:nvSpPr>
        <p:spPr>
          <a:xfrm>
            <a:off x="205618" y="1351038"/>
            <a:ext cx="6186414" cy="45466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None/>
            </a:pPr>
            <a:endParaRPr cap="none">
              <a:solidFill>
                <a:schemeClr val="lt1"/>
              </a:solidFill>
            </a:endParaRPr>
          </a:p>
          <a:p>
            <a:pPr marL="285750" lvl="0" indent="-285750" algn="l" rtl="0">
              <a:spcBef>
                <a:spcPts val="1000"/>
              </a:spcBef>
              <a:spcAft>
                <a:spcPts val="0"/>
              </a:spcAft>
              <a:buSzPts val="1600"/>
              <a:buNone/>
            </a:pPr>
            <a:endParaRPr sz="2000" cap="none">
              <a:solidFill>
                <a:schemeClr val="lt1"/>
              </a:solidFill>
            </a:endParaRPr>
          </a:p>
          <a:p>
            <a:pPr marL="742950" lvl="1" indent="0" algn="l" rtl="0">
              <a:spcBef>
                <a:spcPts val="1240"/>
              </a:spcBef>
              <a:spcAft>
                <a:spcPts val="0"/>
              </a:spcAft>
              <a:buSzPts val="2560"/>
              <a:buNone/>
            </a:pPr>
            <a:endParaRPr sz="32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0" lvl="0" indent="0" algn="l" rtl="0">
              <a:spcBef>
                <a:spcPts val="960"/>
              </a:spcBef>
              <a:spcAft>
                <a:spcPts val="0"/>
              </a:spcAft>
              <a:buClr>
                <a:srgbClr val="FFFFFF"/>
              </a:buClr>
              <a:buSzPts val="1440"/>
              <a:buNone/>
            </a:pPr>
            <a:endParaRPr sz="1800">
              <a:solidFill>
                <a:srgbClr val="0F496F"/>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grpSp>
        <p:nvGrpSpPr>
          <p:cNvPr id="910" name="Google Shape;910;p50"/>
          <p:cNvGrpSpPr/>
          <p:nvPr/>
        </p:nvGrpSpPr>
        <p:grpSpPr>
          <a:xfrm>
            <a:off x="9206969" y="2963333"/>
            <a:ext cx="2981858" cy="3208867"/>
            <a:chOff x="9206969" y="2963333"/>
            <a:chExt cx="2981858" cy="3208867"/>
          </a:xfrm>
        </p:grpSpPr>
        <p:cxnSp>
          <p:nvCxnSpPr>
            <p:cNvPr id="911" name="Google Shape;911;p50"/>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912" name="Google Shape;912;p50"/>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913" name="Google Shape;913;p50"/>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914" name="Google Shape;914;p50"/>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915" name="Google Shape;915;p50"/>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916" name="Google Shape;916;p50"/>
          <p:cNvSpPr txBox="1"/>
          <p:nvPr/>
        </p:nvSpPr>
        <p:spPr>
          <a:xfrm>
            <a:off x="4724400" y="3200400"/>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917" name="Google Shape;917;p50" descr="Ein Bild, das Text, Elektronik, Screenshot enthält.&#10;&#10;Beschreibung automatisch generiert."/>
          <p:cNvPicPr preferRelativeResize="0"/>
          <p:nvPr/>
        </p:nvPicPr>
        <p:blipFill rotWithShape="1">
          <a:blip r:embed="rId1"/>
          <a:srcRect/>
          <a:stretch>
            <a:fillRect/>
          </a:stretch>
        </p:blipFill>
        <p:spPr>
          <a:xfrm>
            <a:off x="478971" y="2307783"/>
            <a:ext cx="4436533" cy="3197958"/>
          </a:xfrm>
          <a:prstGeom prst="rect">
            <a:avLst/>
          </a:prstGeom>
          <a:noFill/>
          <a:ln>
            <a:noFill/>
          </a:ln>
        </p:spPr>
      </p:pic>
      <p:cxnSp>
        <p:nvCxnSpPr>
          <p:cNvPr id="918" name="Google Shape;918;p50"/>
          <p:cNvCxnSpPr/>
          <p:nvPr/>
        </p:nvCxnSpPr>
        <p:spPr>
          <a:xfrm rot="10800000" flipH="1">
            <a:off x="4922913" y="2698600"/>
            <a:ext cx="2462589" cy="875694"/>
          </a:xfrm>
          <a:prstGeom prst="straightConnector1">
            <a:avLst/>
          </a:prstGeom>
          <a:noFill/>
          <a:ln w="57150" cap="flat" cmpd="sng">
            <a:solidFill>
              <a:schemeClr val="dk1"/>
            </a:solidFill>
            <a:prstDash val="solid"/>
            <a:round/>
            <a:headEnd type="none" w="sm" len="sm"/>
            <a:tailEnd type="triangle" w="med" len="med"/>
          </a:ln>
        </p:spPr>
      </p:cxnSp>
      <p:cxnSp>
        <p:nvCxnSpPr>
          <p:cNvPr id="919" name="Google Shape;919;p50"/>
          <p:cNvCxnSpPr/>
          <p:nvPr/>
        </p:nvCxnSpPr>
        <p:spPr>
          <a:xfrm>
            <a:off x="4922912" y="3622675"/>
            <a:ext cx="2426303" cy="962780"/>
          </a:xfrm>
          <a:prstGeom prst="straightConnector1">
            <a:avLst/>
          </a:prstGeom>
          <a:noFill/>
          <a:ln w="57150" cap="flat" cmpd="sng">
            <a:solidFill>
              <a:schemeClr val="dk1"/>
            </a:solidFill>
            <a:prstDash val="solid"/>
            <a:round/>
            <a:headEnd type="none" w="sm" len="sm"/>
            <a:tailEnd type="triangle" w="med" len="med"/>
          </a:ln>
        </p:spPr>
      </p:cxnSp>
      <p:sp>
        <p:nvSpPr>
          <p:cNvPr id="920" name="Google Shape;920;p50"/>
          <p:cNvSpPr txBox="1"/>
          <p:nvPr/>
        </p:nvSpPr>
        <p:spPr>
          <a:xfrm>
            <a:off x="5072139" y="2385483"/>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Automatikbetrieb</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921" name="Google Shape;921;p50"/>
          <p:cNvPicPr preferRelativeResize="0"/>
          <p:nvPr/>
        </p:nvPicPr>
        <p:blipFill rotWithShape="1">
          <a:blip r:embed="rId2"/>
          <a:srcRect/>
          <a:stretch>
            <a:fillRect/>
          </a:stretch>
        </p:blipFill>
        <p:spPr>
          <a:xfrm>
            <a:off x="7397070" y="3877955"/>
            <a:ext cx="3614056" cy="2678499"/>
          </a:xfrm>
          <a:prstGeom prst="rect">
            <a:avLst/>
          </a:prstGeom>
          <a:noFill/>
          <a:ln>
            <a:noFill/>
          </a:ln>
        </p:spPr>
      </p:pic>
      <p:sp>
        <p:nvSpPr>
          <p:cNvPr id="922" name="Google Shape;922;p50"/>
          <p:cNvSpPr txBox="1"/>
          <p:nvPr/>
        </p:nvSpPr>
        <p:spPr>
          <a:xfrm>
            <a:off x="5332942" y="4378174"/>
            <a:ext cx="27432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Handbetrieb</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 Magazin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23" name="Google Shape;923;p50"/>
          <p:cNvSpPr txBox="1"/>
          <p:nvPr/>
        </p:nvSpPr>
        <p:spPr>
          <a:xfrm>
            <a:off x="1374018" y="5704114"/>
            <a:ext cx="27432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Startbildschirm</a:t>
            </a: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24" name="Google Shape;924;p50"/>
          <p:cNvSpPr txBox="1"/>
          <p:nvPr>
            <p:ph type="sldNum" idx="12"/>
          </p:nvPr>
        </p:nvSpPr>
        <p:spPr>
          <a:xfrm>
            <a:off x="11056815"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pic>
        <p:nvPicPr>
          <p:cNvPr id="925" name="Google Shape;925;p50"/>
          <p:cNvPicPr preferRelativeResize="0"/>
          <p:nvPr/>
        </p:nvPicPr>
        <p:blipFill rotWithShape="1">
          <a:blip r:embed="rId3"/>
          <a:srcRect/>
          <a:stretch>
            <a:fillRect/>
          </a:stretch>
        </p:blipFill>
        <p:spPr>
          <a:xfrm>
            <a:off x="7399337" y="1032179"/>
            <a:ext cx="3608387" cy="259495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29" name="Shape 929"/>
        <p:cNvGrpSpPr/>
        <p:nvPr/>
      </p:nvGrpSpPr>
      <p:grpSpPr>
        <a:xfrm>
          <a:off x="0" y="0"/>
          <a:ext cx="0" cy="0"/>
          <a:chOff x="0" y="0"/>
          <a:chExt cx="0" cy="0"/>
        </a:xfrm>
      </p:grpSpPr>
      <p:sp>
        <p:nvSpPr>
          <p:cNvPr id="930" name="Google Shape;930;p51"/>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31" name="Google Shape;931;p51"/>
          <p:cNvSpPr txBox="1"/>
          <p:nvPr>
            <p:ph type="title"/>
          </p:nvPr>
        </p:nvSpPr>
        <p:spPr>
          <a:xfrm>
            <a:off x="411447" y="72570"/>
            <a:ext cx="8039193"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cap="none">
                <a:solidFill>
                  <a:schemeClr val="lt1"/>
                </a:solidFill>
              </a:rPr>
              <a:t>Handbetrieb (Magazin)</a:t>
            </a:r>
            <a:endParaRPr cap="none">
              <a:solidFill>
                <a:schemeClr val="lt1"/>
              </a:solidFill>
            </a:endParaRPr>
          </a:p>
        </p:txBody>
      </p:sp>
      <p:sp>
        <p:nvSpPr>
          <p:cNvPr id="932" name="Google Shape;932;p51"/>
          <p:cNvSpPr txBox="1"/>
          <p:nvPr>
            <p:ph type="body" idx="1"/>
          </p:nvPr>
        </p:nvSpPr>
        <p:spPr>
          <a:xfrm>
            <a:off x="205618" y="1351038"/>
            <a:ext cx="6186414" cy="45466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None/>
            </a:pPr>
            <a:endParaRPr cap="none">
              <a:solidFill>
                <a:schemeClr val="lt1"/>
              </a:solidFill>
            </a:endParaRPr>
          </a:p>
          <a:p>
            <a:pPr marL="285750" lvl="0" indent="-285750" algn="l" rtl="0">
              <a:spcBef>
                <a:spcPts val="1000"/>
              </a:spcBef>
              <a:spcAft>
                <a:spcPts val="0"/>
              </a:spcAft>
              <a:buSzPts val="1600"/>
              <a:buNone/>
            </a:pPr>
            <a:endParaRPr sz="2000" cap="none">
              <a:solidFill>
                <a:schemeClr val="lt1"/>
              </a:solidFill>
            </a:endParaRPr>
          </a:p>
          <a:p>
            <a:pPr marL="742950" lvl="1" indent="0" algn="l" rtl="0">
              <a:spcBef>
                <a:spcPts val="1240"/>
              </a:spcBef>
              <a:spcAft>
                <a:spcPts val="0"/>
              </a:spcAft>
              <a:buSzPts val="2560"/>
              <a:buNone/>
            </a:pPr>
            <a:endParaRPr sz="32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0" lvl="0" indent="0" algn="l" rtl="0">
              <a:spcBef>
                <a:spcPts val="960"/>
              </a:spcBef>
              <a:spcAft>
                <a:spcPts val="0"/>
              </a:spcAft>
              <a:buClr>
                <a:srgbClr val="FFFFFF"/>
              </a:buClr>
              <a:buSzPts val="1440"/>
              <a:buNone/>
            </a:pPr>
            <a:endParaRPr sz="1800">
              <a:solidFill>
                <a:srgbClr val="0F496F"/>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grpSp>
        <p:nvGrpSpPr>
          <p:cNvPr id="933" name="Google Shape;933;p51"/>
          <p:cNvGrpSpPr/>
          <p:nvPr/>
        </p:nvGrpSpPr>
        <p:grpSpPr>
          <a:xfrm>
            <a:off x="9206969" y="2963333"/>
            <a:ext cx="2981858" cy="3208867"/>
            <a:chOff x="9206969" y="2963333"/>
            <a:chExt cx="2981858" cy="3208867"/>
          </a:xfrm>
        </p:grpSpPr>
        <p:cxnSp>
          <p:nvCxnSpPr>
            <p:cNvPr id="934" name="Google Shape;934;p51"/>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935" name="Google Shape;935;p51"/>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936" name="Google Shape;936;p51"/>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937" name="Google Shape;937;p51"/>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938" name="Google Shape;938;p51"/>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939" name="Google Shape;939;p51"/>
          <p:cNvSpPr txBox="1"/>
          <p:nvPr/>
        </p:nvSpPr>
        <p:spPr>
          <a:xfrm>
            <a:off x="4724400" y="3200400"/>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40" name="Google Shape;940;p51"/>
          <p:cNvSpPr txBox="1"/>
          <p:nvPr/>
        </p:nvSpPr>
        <p:spPr>
          <a:xfrm>
            <a:off x="5571067" y="2123924"/>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41" name="Google Shape;941;p51"/>
          <p:cNvSpPr txBox="1"/>
          <p:nvPr/>
        </p:nvSpPr>
        <p:spPr>
          <a:xfrm>
            <a:off x="1374018" y="5704114"/>
            <a:ext cx="27432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42" name="Google Shape;942;p51"/>
          <p:cNvSpPr txBox="1"/>
          <p:nvPr/>
        </p:nvSpPr>
        <p:spPr>
          <a:xfrm>
            <a:off x="637084" y="1875753"/>
            <a:ext cx="8129784" cy="12187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000" cap="none">
                <a:solidFill>
                  <a:schemeClr val="lt1"/>
                </a:solidFill>
                <a:latin typeface="Century Gothic" panose="020B0502020202020204"/>
                <a:ea typeface="Century Gothic" panose="020B0502020202020204"/>
                <a:cs typeface="Century Gothic" panose="020B0502020202020204"/>
                <a:sym typeface="Century Gothic" panose="020B0502020202020204"/>
              </a:rPr>
              <a:t>•</a:t>
            </a: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 Visualisierung und Steuerung jeder Teilanlage im Handbetrieb</a:t>
            </a: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43" name="Google Shape;943;p51"/>
          <p:cNvSpPr txBox="1"/>
          <p:nvPr>
            <p:ph type="sldNum" idx="12"/>
          </p:nvPr>
        </p:nvSpPr>
        <p:spPr>
          <a:xfrm>
            <a:off x="11105662" y="6262321"/>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pic>
        <p:nvPicPr>
          <p:cNvPr id="944" name="Google Shape;944;p51"/>
          <p:cNvPicPr preferRelativeResize="0"/>
          <p:nvPr/>
        </p:nvPicPr>
        <p:blipFill rotWithShape="1">
          <a:blip r:embed="rId1"/>
          <a:srcRect/>
          <a:stretch>
            <a:fillRect/>
          </a:stretch>
        </p:blipFill>
        <p:spPr>
          <a:xfrm>
            <a:off x="33051" y="2313155"/>
            <a:ext cx="3367488" cy="3195663"/>
          </a:xfrm>
          <a:prstGeom prst="rect">
            <a:avLst/>
          </a:prstGeom>
          <a:noFill/>
          <a:ln>
            <a:noFill/>
          </a:ln>
        </p:spPr>
      </p:pic>
      <p:pic>
        <p:nvPicPr>
          <p:cNvPr id="945" name="Google Shape;945;p51" descr="Ein Bild, das Text, Screenshot, Computer enthält.&#10;&#10;Beschreibung automatisch generiert."/>
          <p:cNvPicPr preferRelativeResize="0"/>
          <p:nvPr/>
        </p:nvPicPr>
        <p:blipFill rotWithShape="1">
          <a:blip r:embed="rId2"/>
          <a:srcRect/>
          <a:stretch>
            <a:fillRect/>
          </a:stretch>
        </p:blipFill>
        <p:spPr>
          <a:xfrm>
            <a:off x="3549267" y="2321825"/>
            <a:ext cx="3872428" cy="3196686"/>
          </a:xfrm>
          <a:prstGeom prst="rect">
            <a:avLst/>
          </a:prstGeom>
          <a:noFill/>
          <a:ln>
            <a:noFill/>
          </a:ln>
        </p:spPr>
      </p:pic>
      <p:pic>
        <p:nvPicPr>
          <p:cNvPr id="946" name="Google Shape;946;p51"/>
          <p:cNvPicPr preferRelativeResize="0"/>
          <p:nvPr/>
        </p:nvPicPr>
        <p:blipFill rotWithShape="1">
          <a:blip r:embed="rId3"/>
          <a:srcRect/>
          <a:stretch>
            <a:fillRect/>
          </a:stretch>
        </p:blipFill>
        <p:spPr>
          <a:xfrm>
            <a:off x="7708135" y="2315700"/>
            <a:ext cx="4377368" cy="3199756"/>
          </a:xfrm>
          <a:prstGeom prst="rect">
            <a:avLst/>
          </a:prstGeom>
          <a:noFill/>
          <a:ln>
            <a:noFill/>
          </a:ln>
        </p:spPr>
      </p:pic>
      <p:cxnSp>
        <p:nvCxnSpPr>
          <p:cNvPr id="947" name="Google Shape;947;p51"/>
          <p:cNvCxnSpPr/>
          <p:nvPr/>
        </p:nvCxnSpPr>
        <p:spPr>
          <a:xfrm rot="10800000" flipH="1">
            <a:off x="7413468" y="3918483"/>
            <a:ext cx="329982" cy="13953"/>
          </a:xfrm>
          <a:prstGeom prst="straightConnector1">
            <a:avLst/>
          </a:prstGeom>
          <a:noFill/>
          <a:ln w="57150" cap="flat" cmpd="sng">
            <a:solidFill>
              <a:schemeClr val="dk1"/>
            </a:solidFill>
            <a:prstDash val="solid"/>
            <a:round/>
            <a:headEnd type="none" w="sm" len="sm"/>
            <a:tailEnd type="triangle" w="med" len="med"/>
          </a:ln>
        </p:spPr>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51" name="Shape 951"/>
        <p:cNvGrpSpPr/>
        <p:nvPr/>
      </p:nvGrpSpPr>
      <p:grpSpPr>
        <a:xfrm>
          <a:off x="0" y="0"/>
          <a:ext cx="0" cy="0"/>
          <a:chOff x="0" y="0"/>
          <a:chExt cx="0" cy="0"/>
        </a:xfrm>
      </p:grpSpPr>
      <p:sp>
        <p:nvSpPr>
          <p:cNvPr id="952" name="Google Shape;952;p52"/>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53" name="Google Shape;953;p52"/>
          <p:cNvSpPr txBox="1"/>
          <p:nvPr>
            <p:ph type="title"/>
          </p:nvPr>
        </p:nvSpPr>
        <p:spPr>
          <a:xfrm>
            <a:off x="411447" y="72570"/>
            <a:ext cx="8039193"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cap="none">
                <a:solidFill>
                  <a:schemeClr val="lt1"/>
                </a:solidFill>
              </a:rPr>
              <a:t>Handbetrieb (Schwenkarm)</a:t>
            </a:r>
            <a:endParaRPr cap="none">
              <a:solidFill>
                <a:schemeClr val="lt1"/>
              </a:solidFill>
            </a:endParaRPr>
          </a:p>
        </p:txBody>
      </p:sp>
      <p:sp>
        <p:nvSpPr>
          <p:cNvPr id="954" name="Google Shape;954;p52"/>
          <p:cNvSpPr txBox="1"/>
          <p:nvPr>
            <p:ph type="body" idx="1"/>
          </p:nvPr>
        </p:nvSpPr>
        <p:spPr>
          <a:xfrm>
            <a:off x="205618" y="1351038"/>
            <a:ext cx="6186414" cy="45466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None/>
            </a:pPr>
            <a:endParaRPr cap="none">
              <a:solidFill>
                <a:schemeClr val="lt1"/>
              </a:solidFill>
            </a:endParaRPr>
          </a:p>
          <a:p>
            <a:pPr marL="285750" lvl="0" indent="-285750" algn="l" rtl="0">
              <a:spcBef>
                <a:spcPts val="1000"/>
              </a:spcBef>
              <a:spcAft>
                <a:spcPts val="0"/>
              </a:spcAft>
              <a:buSzPts val="1600"/>
              <a:buNone/>
            </a:pPr>
            <a:endParaRPr sz="2000" cap="none">
              <a:solidFill>
                <a:schemeClr val="lt1"/>
              </a:solidFill>
            </a:endParaRPr>
          </a:p>
          <a:p>
            <a:pPr marL="742950" lvl="1" indent="0" algn="l" rtl="0">
              <a:spcBef>
                <a:spcPts val="1240"/>
              </a:spcBef>
              <a:spcAft>
                <a:spcPts val="0"/>
              </a:spcAft>
              <a:buSzPts val="2560"/>
              <a:buNone/>
            </a:pPr>
            <a:endParaRPr sz="32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0" lvl="0" indent="0" algn="l" rtl="0">
              <a:spcBef>
                <a:spcPts val="960"/>
              </a:spcBef>
              <a:spcAft>
                <a:spcPts val="0"/>
              </a:spcAft>
              <a:buClr>
                <a:srgbClr val="FFFFFF"/>
              </a:buClr>
              <a:buSzPts val="1440"/>
              <a:buNone/>
            </a:pPr>
            <a:endParaRPr sz="1800">
              <a:solidFill>
                <a:srgbClr val="0F496F"/>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grpSp>
        <p:nvGrpSpPr>
          <p:cNvPr id="955" name="Google Shape;955;p52"/>
          <p:cNvGrpSpPr/>
          <p:nvPr/>
        </p:nvGrpSpPr>
        <p:grpSpPr>
          <a:xfrm>
            <a:off x="9206969" y="2963333"/>
            <a:ext cx="2981858" cy="3208867"/>
            <a:chOff x="9206969" y="2963333"/>
            <a:chExt cx="2981858" cy="3208867"/>
          </a:xfrm>
        </p:grpSpPr>
        <p:cxnSp>
          <p:nvCxnSpPr>
            <p:cNvPr id="956" name="Google Shape;956;p52"/>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957" name="Google Shape;957;p52"/>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958" name="Google Shape;958;p52"/>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959" name="Google Shape;959;p52"/>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960" name="Google Shape;960;p52"/>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961" name="Google Shape;961;p52"/>
          <p:cNvSpPr txBox="1"/>
          <p:nvPr/>
        </p:nvSpPr>
        <p:spPr>
          <a:xfrm>
            <a:off x="4724400" y="3200400"/>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62" name="Google Shape;962;p52"/>
          <p:cNvSpPr txBox="1"/>
          <p:nvPr/>
        </p:nvSpPr>
        <p:spPr>
          <a:xfrm>
            <a:off x="5571067" y="2123924"/>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63" name="Google Shape;963;p52"/>
          <p:cNvSpPr txBox="1"/>
          <p:nvPr/>
        </p:nvSpPr>
        <p:spPr>
          <a:xfrm>
            <a:off x="1374018" y="5704114"/>
            <a:ext cx="27432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64" name="Google Shape;964;p52"/>
          <p:cNvSpPr txBox="1"/>
          <p:nvPr/>
        </p:nvSpPr>
        <p:spPr>
          <a:xfrm>
            <a:off x="637084" y="1875753"/>
            <a:ext cx="8244161" cy="12187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 Visualisierung und Steuerung jeder Teilanlage im Handbetrieb</a:t>
            </a: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65" name="Google Shape;965;p52"/>
          <p:cNvSpPr txBox="1"/>
          <p:nvPr>
            <p:ph type="sldNum" idx="12"/>
          </p:nvPr>
        </p:nvSpPr>
        <p:spPr>
          <a:xfrm>
            <a:off x="11056815" y="6262321"/>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pic>
        <p:nvPicPr>
          <p:cNvPr id="966" name="Google Shape;966;p52"/>
          <p:cNvPicPr preferRelativeResize="0"/>
          <p:nvPr/>
        </p:nvPicPr>
        <p:blipFill rotWithShape="1">
          <a:blip r:embed="rId1"/>
          <a:srcRect/>
          <a:stretch>
            <a:fillRect/>
          </a:stretch>
        </p:blipFill>
        <p:spPr>
          <a:xfrm>
            <a:off x="8129204" y="2383189"/>
            <a:ext cx="4021137" cy="3366020"/>
          </a:xfrm>
          <a:prstGeom prst="rect">
            <a:avLst/>
          </a:prstGeom>
          <a:noFill/>
          <a:ln>
            <a:noFill/>
          </a:ln>
        </p:spPr>
      </p:pic>
      <p:pic>
        <p:nvPicPr>
          <p:cNvPr id="967" name="Google Shape;967;p52"/>
          <p:cNvPicPr preferRelativeResize="0"/>
          <p:nvPr/>
        </p:nvPicPr>
        <p:blipFill rotWithShape="1">
          <a:blip r:embed="rId2"/>
          <a:srcRect/>
          <a:stretch>
            <a:fillRect/>
          </a:stretch>
        </p:blipFill>
        <p:spPr>
          <a:xfrm>
            <a:off x="65087" y="2381115"/>
            <a:ext cx="3616324" cy="3365770"/>
          </a:xfrm>
          <a:prstGeom prst="rect">
            <a:avLst/>
          </a:prstGeom>
          <a:noFill/>
          <a:ln>
            <a:noFill/>
          </a:ln>
        </p:spPr>
      </p:pic>
      <p:pic>
        <p:nvPicPr>
          <p:cNvPr id="968" name="Google Shape;968;p52"/>
          <p:cNvPicPr preferRelativeResize="0"/>
          <p:nvPr/>
        </p:nvPicPr>
        <p:blipFill rotWithShape="1">
          <a:blip r:embed="rId3"/>
          <a:srcRect/>
          <a:stretch>
            <a:fillRect/>
          </a:stretch>
        </p:blipFill>
        <p:spPr>
          <a:xfrm>
            <a:off x="3827462" y="2379811"/>
            <a:ext cx="3981450" cy="3368377"/>
          </a:xfrm>
          <a:prstGeom prst="rect">
            <a:avLst/>
          </a:prstGeom>
          <a:noFill/>
          <a:ln>
            <a:noFill/>
          </a:ln>
        </p:spPr>
      </p:pic>
      <p:cxnSp>
        <p:nvCxnSpPr>
          <p:cNvPr id="969" name="Google Shape;969;p52"/>
          <p:cNvCxnSpPr/>
          <p:nvPr/>
        </p:nvCxnSpPr>
        <p:spPr>
          <a:xfrm rot="10800000" flipH="1">
            <a:off x="7819621" y="4018228"/>
            <a:ext cx="314394" cy="3529"/>
          </a:xfrm>
          <a:prstGeom prst="straightConnector1">
            <a:avLst/>
          </a:prstGeom>
          <a:noFill/>
          <a:ln w="57150" cap="flat" cmpd="sng">
            <a:solidFill>
              <a:schemeClr val="dk1"/>
            </a:solidFill>
            <a:prstDash val="solid"/>
            <a:round/>
            <a:headEnd type="none" w="sm" len="sm"/>
            <a:tailEnd type="triangle" w="med" len="med"/>
          </a:ln>
        </p:spPr>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73" name="Shape 973"/>
        <p:cNvGrpSpPr/>
        <p:nvPr/>
      </p:nvGrpSpPr>
      <p:grpSpPr>
        <a:xfrm>
          <a:off x="0" y="0"/>
          <a:ext cx="0" cy="0"/>
          <a:chOff x="0" y="0"/>
          <a:chExt cx="0" cy="0"/>
        </a:xfrm>
      </p:grpSpPr>
      <p:sp>
        <p:nvSpPr>
          <p:cNvPr id="974" name="Google Shape;974;p53"/>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75" name="Google Shape;975;p53"/>
          <p:cNvSpPr txBox="1"/>
          <p:nvPr>
            <p:ph type="title"/>
          </p:nvPr>
        </p:nvSpPr>
        <p:spPr>
          <a:xfrm>
            <a:off x="411447" y="72570"/>
            <a:ext cx="8039193"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cap="none">
                <a:solidFill>
                  <a:schemeClr val="lt1"/>
                </a:solidFill>
              </a:rPr>
              <a:t>Handbetrieb (Linearachse)</a:t>
            </a:r>
            <a:endParaRPr cap="none">
              <a:solidFill>
                <a:schemeClr val="lt1"/>
              </a:solidFill>
            </a:endParaRPr>
          </a:p>
        </p:txBody>
      </p:sp>
      <p:sp>
        <p:nvSpPr>
          <p:cNvPr id="976" name="Google Shape;976;p53"/>
          <p:cNvSpPr txBox="1"/>
          <p:nvPr>
            <p:ph type="body" idx="1"/>
          </p:nvPr>
        </p:nvSpPr>
        <p:spPr>
          <a:xfrm>
            <a:off x="205618" y="1351038"/>
            <a:ext cx="6186414" cy="45466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None/>
            </a:pPr>
            <a:endParaRPr cap="none">
              <a:solidFill>
                <a:schemeClr val="lt1"/>
              </a:solidFill>
            </a:endParaRPr>
          </a:p>
          <a:p>
            <a:pPr marL="285750" lvl="0" indent="-285750" algn="l" rtl="0">
              <a:spcBef>
                <a:spcPts val="1000"/>
              </a:spcBef>
              <a:spcAft>
                <a:spcPts val="0"/>
              </a:spcAft>
              <a:buSzPts val="1600"/>
              <a:buNone/>
            </a:pPr>
            <a:endParaRPr sz="2000" cap="none">
              <a:solidFill>
                <a:schemeClr val="lt1"/>
              </a:solidFill>
            </a:endParaRPr>
          </a:p>
          <a:p>
            <a:pPr marL="742950" lvl="1" indent="0" algn="l" rtl="0">
              <a:spcBef>
                <a:spcPts val="1240"/>
              </a:spcBef>
              <a:spcAft>
                <a:spcPts val="0"/>
              </a:spcAft>
              <a:buSzPts val="2560"/>
              <a:buNone/>
            </a:pPr>
            <a:endParaRPr sz="32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0" lvl="0" indent="0" algn="l" rtl="0">
              <a:spcBef>
                <a:spcPts val="960"/>
              </a:spcBef>
              <a:spcAft>
                <a:spcPts val="0"/>
              </a:spcAft>
              <a:buClr>
                <a:srgbClr val="FFFFFF"/>
              </a:buClr>
              <a:buSzPts val="1440"/>
              <a:buNone/>
            </a:pPr>
            <a:endParaRPr sz="1800">
              <a:solidFill>
                <a:srgbClr val="0F496F"/>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grpSp>
        <p:nvGrpSpPr>
          <p:cNvPr id="977" name="Google Shape;977;p53"/>
          <p:cNvGrpSpPr/>
          <p:nvPr/>
        </p:nvGrpSpPr>
        <p:grpSpPr>
          <a:xfrm>
            <a:off x="9206969" y="2963333"/>
            <a:ext cx="2981858" cy="3208867"/>
            <a:chOff x="9206969" y="2963333"/>
            <a:chExt cx="2981858" cy="3208867"/>
          </a:xfrm>
        </p:grpSpPr>
        <p:cxnSp>
          <p:nvCxnSpPr>
            <p:cNvPr id="978" name="Google Shape;978;p53"/>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979" name="Google Shape;979;p53"/>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980" name="Google Shape;980;p53"/>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981" name="Google Shape;981;p53"/>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982" name="Google Shape;982;p53"/>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983" name="Google Shape;983;p53"/>
          <p:cNvSpPr txBox="1"/>
          <p:nvPr/>
        </p:nvSpPr>
        <p:spPr>
          <a:xfrm>
            <a:off x="4724400" y="3200400"/>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84" name="Google Shape;984;p53"/>
          <p:cNvSpPr txBox="1"/>
          <p:nvPr/>
        </p:nvSpPr>
        <p:spPr>
          <a:xfrm>
            <a:off x="5571067" y="2123924"/>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85" name="Google Shape;985;p53"/>
          <p:cNvSpPr txBox="1"/>
          <p:nvPr/>
        </p:nvSpPr>
        <p:spPr>
          <a:xfrm>
            <a:off x="1374018" y="5704114"/>
            <a:ext cx="27432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86" name="Google Shape;986;p53"/>
          <p:cNvSpPr txBox="1"/>
          <p:nvPr/>
        </p:nvSpPr>
        <p:spPr>
          <a:xfrm>
            <a:off x="637084" y="1875753"/>
            <a:ext cx="8290542" cy="12187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 Visualisierung und Steuerung jeder Teilanlage im Handbetrieb</a:t>
            </a:r>
            <a:endPar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87" name="Google Shape;987;p53"/>
          <p:cNvSpPr txBox="1"/>
          <p:nvPr>
            <p:ph type="sldNum" idx="12"/>
          </p:nvPr>
        </p:nvSpPr>
        <p:spPr>
          <a:xfrm>
            <a:off x="11056815" y="6281860"/>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cxnSp>
        <p:nvCxnSpPr>
          <p:cNvPr id="988" name="Google Shape;988;p53"/>
          <p:cNvCxnSpPr/>
          <p:nvPr/>
        </p:nvCxnSpPr>
        <p:spPr>
          <a:xfrm rot="10800000" flipH="1">
            <a:off x="7677030" y="4077142"/>
            <a:ext cx="458321" cy="3528"/>
          </a:xfrm>
          <a:prstGeom prst="straightConnector1">
            <a:avLst/>
          </a:prstGeom>
          <a:noFill/>
          <a:ln w="57150" cap="flat" cmpd="sng">
            <a:solidFill>
              <a:schemeClr val="dk1"/>
            </a:solidFill>
            <a:prstDash val="solid"/>
            <a:round/>
            <a:headEnd type="none" w="sm" len="sm"/>
            <a:tailEnd type="triangle" w="med" len="med"/>
          </a:ln>
        </p:spPr>
      </p:cxnSp>
      <p:pic>
        <p:nvPicPr>
          <p:cNvPr id="989" name="Google Shape;989;p53"/>
          <p:cNvPicPr preferRelativeResize="0"/>
          <p:nvPr/>
        </p:nvPicPr>
        <p:blipFill rotWithShape="1">
          <a:blip r:embed="rId1"/>
          <a:srcRect/>
          <a:stretch>
            <a:fillRect/>
          </a:stretch>
        </p:blipFill>
        <p:spPr>
          <a:xfrm>
            <a:off x="120650" y="2491275"/>
            <a:ext cx="3679824" cy="3256573"/>
          </a:xfrm>
          <a:prstGeom prst="rect">
            <a:avLst/>
          </a:prstGeom>
          <a:noFill/>
          <a:ln>
            <a:noFill/>
          </a:ln>
        </p:spPr>
      </p:pic>
      <p:pic>
        <p:nvPicPr>
          <p:cNvPr id="990" name="Google Shape;990;p53"/>
          <p:cNvPicPr preferRelativeResize="0"/>
          <p:nvPr/>
        </p:nvPicPr>
        <p:blipFill rotWithShape="1">
          <a:blip r:embed="rId2"/>
          <a:srcRect/>
          <a:stretch>
            <a:fillRect/>
          </a:stretch>
        </p:blipFill>
        <p:spPr>
          <a:xfrm>
            <a:off x="3867150" y="2491259"/>
            <a:ext cx="3806825" cy="3256607"/>
          </a:xfrm>
          <a:prstGeom prst="rect">
            <a:avLst/>
          </a:prstGeom>
          <a:noFill/>
          <a:ln>
            <a:noFill/>
          </a:ln>
        </p:spPr>
      </p:pic>
      <p:pic>
        <p:nvPicPr>
          <p:cNvPr id="991" name="Google Shape;991;p53"/>
          <p:cNvPicPr preferRelativeResize="0"/>
          <p:nvPr/>
        </p:nvPicPr>
        <p:blipFill rotWithShape="1">
          <a:blip r:embed="rId3"/>
          <a:srcRect/>
          <a:stretch>
            <a:fillRect/>
          </a:stretch>
        </p:blipFill>
        <p:spPr>
          <a:xfrm>
            <a:off x="8139629" y="2490372"/>
            <a:ext cx="3996811" cy="326255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95" name="Shape 995"/>
        <p:cNvGrpSpPr/>
        <p:nvPr/>
      </p:nvGrpSpPr>
      <p:grpSpPr>
        <a:xfrm>
          <a:off x="0" y="0"/>
          <a:ext cx="0" cy="0"/>
          <a:chOff x="0" y="0"/>
          <a:chExt cx="0" cy="0"/>
        </a:xfrm>
      </p:grpSpPr>
      <p:sp>
        <p:nvSpPr>
          <p:cNvPr id="996" name="Google Shape;996;p54"/>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997" name="Google Shape;997;p54"/>
          <p:cNvSpPr txBox="1"/>
          <p:nvPr>
            <p:ph type="title"/>
          </p:nvPr>
        </p:nvSpPr>
        <p:spPr>
          <a:xfrm>
            <a:off x="411447" y="72570"/>
            <a:ext cx="8039193"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cap="none">
                <a:solidFill>
                  <a:schemeClr val="lt1"/>
                </a:solidFill>
              </a:rPr>
              <a:t>Handbetrieb (Greiferportal)</a:t>
            </a:r>
            <a:endParaRPr cap="none">
              <a:solidFill>
                <a:schemeClr val="lt1"/>
              </a:solidFill>
            </a:endParaRPr>
          </a:p>
        </p:txBody>
      </p:sp>
      <p:sp>
        <p:nvSpPr>
          <p:cNvPr id="998" name="Google Shape;998;p54"/>
          <p:cNvSpPr txBox="1"/>
          <p:nvPr>
            <p:ph type="body" idx="1"/>
          </p:nvPr>
        </p:nvSpPr>
        <p:spPr>
          <a:xfrm>
            <a:off x="205618" y="1351038"/>
            <a:ext cx="6186414" cy="45466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None/>
            </a:pPr>
            <a:endParaRPr cap="none">
              <a:solidFill>
                <a:schemeClr val="lt1"/>
              </a:solidFill>
            </a:endParaRPr>
          </a:p>
          <a:p>
            <a:pPr marL="285750" lvl="0" indent="-285750" algn="l" rtl="0">
              <a:spcBef>
                <a:spcPts val="1000"/>
              </a:spcBef>
              <a:spcAft>
                <a:spcPts val="0"/>
              </a:spcAft>
              <a:buSzPts val="1600"/>
              <a:buNone/>
            </a:pPr>
            <a:endParaRPr sz="2000" cap="none">
              <a:solidFill>
                <a:schemeClr val="lt1"/>
              </a:solidFill>
            </a:endParaRPr>
          </a:p>
          <a:p>
            <a:pPr marL="742950" lvl="1" indent="0" algn="l" rtl="0">
              <a:spcBef>
                <a:spcPts val="1240"/>
              </a:spcBef>
              <a:spcAft>
                <a:spcPts val="0"/>
              </a:spcAft>
              <a:buSzPts val="2560"/>
              <a:buNone/>
            </a:pPr>
            <a:endParaRPr sz="32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0" lvl="0" indent="0" algn="l" rtl="0">
              <a:spcBef>
                <a:spcPts val="960"/>
              </a:spcBef>
              <a:spcAft>
                <a:spcPts val="0"/>
              </a:spcAft>
              <a:buClr>
                <a:srgbClr val="FFFFFF"/>
              </a:buClr>
              <a:buSzPts val="1440"/>
              <a:buNone/>
            </a:pPr>
            <a:endParaRPr sz="1800">
              <a:solidFill>
                <a:srgbClr val="0F496F"/>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grpSp>
        <p:nvGrpSpPr>
          <p:cNvPr id="999" name="Google Shape;999;p54"/>
          <p:cNvGrpSpPr/>
          <p:nvPr/>
        </p:nvGrpSpPr>
        <p:grpSpPr>
          <a:xfrm>
            <a:off x="9206969" y="2963333"/>
            <a:ext cx="2981858" cy="3208867"/>
            <a:chOff x="9206969" y="2963333"/>
            <a:chExt cx="2981858" cy="3208867"/>
          </a:xfrm>
        </p:grpSpPr>
        <p:cxnSp>
          <p:nvCxnSpPr>
            <p:cNvPr id="1000" name="Google Shape;1000;p54"/>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1001" name="Google Shape;1001;p54"/>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1002" name="Google Shape;1002;p54"/>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1003" name="Google Shape;1003;p54"/>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1004" name="Google Shape;1004;p54"/>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1005" name="Google Shape;1005;p54"/>
          <p:cNvSpPr txBox="1"/>
          <p:nvPr/>
        </p:nvSpPr>
        <p:spPr>
          <a:xfrm>
            <a:off x="4724400" y="3200400"/>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06" name="Google Shape;1006;p54"/>
          <p:cNvSpPr txBox="1"/>
          <p:nvPr/>
        </p:nvSpPr>
        <p:spPr>
          <a:xfrm>
            <a:off x="5571067" y="2123924"/>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07" name="Google Shape;1007;p54"/>
          <p:cNvSpPr txBox="1"/>
          <p:nvPr/>
        </p:nvSpPr>
        <p:spPr>
          <a:xfrm>
            <a:off x="1374018" y="5704114"/>
            <a:ext cx="27432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08" name="Google Shape;1008;p54"/>
          <p:cNvSpPr txBox="1"/>
          <p:nvPr/>
        </p:nvSpPr>
        <p:spPr>
          <a:xfrm>
            <a:off x="637084" y="1875753"/>
            <a:ext cx="8290542" cy="12187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 Visualisierung und Steuerung jeder Teilanlage im Handbetrieb</a:t>
            </a:r>
            <a:endPar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09" name="Google Shape;1009;p54"/>
          <p:cNvSpPr txBox="1"/>
          <p:nvPr>
            <p:ph type="sldNum" idx="12"/>
          </p:nvPr>
        </p:nvSpPr>
        <p:spPr>
          <a:xfrm>
            <a:off x="11056815" y="623301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pic>
        <p:nvPicPr>
          <p:cNvPr id="1010" name="Google Shape;1010;p54"/>
          <p:cNvPicPr preferRelativeResize="0"/>
          <p:nvPr/>
        </p:nvPicPr>
        <p:blipFill rotWithShape="1">
          <a:blip r:embed="rId1"/>
          <a:srcRect/>
          <a:stretch>
            <a:fillRect/>
          </a:stretch>
        </p:blipFill>
        <p:spPr>
          <a:xfrm>
            <a:off x="69774" y="2442083"/>
            <a:ext cx="3688813" cy="3259134"/>
          </a:xfrm>
          <a:prstGeom prst="rect">
            <a:avLst/>
          </a:prstGeom>
          <a:noFill/>
          <a:ln>
            <a:noFill/>
          </a:ln>
        </p:spPr>
      </p:pic>
      <p:pic>
        <p:nvPicPr>
          <p:cNvPr id="1011" name="Google Shape;1011;p54"/>
          <p:cNvPicPr preferRelativeResize="0"/>
          <p:nvPr/>
        </p:nvPicPr>
        <p:blipFill rotWithShape="1">
          <a:blip r:embed="rId2"/>
          <a:srcRect/>
          <a:stretch>
            <a:fillRect/>
          </a:stretch>
        </p:blipFill>
        <p:spPr>
          <a:xfrm>
            <a:off x="3843050" y="2445349"/>
            <a:ext cx="3679633" cy="3252603"/>
          </a:xfrm>
          <a:prstGeom prst="rect">
            <a:avLst/>
          </a:prstGeom>
          <a:noFill/>
          <a:ln>
            <a:noFill/>
          </a:ln>
        </p:spPr>
      </p:pic>
      <p:cxnSp>
        <p:nvCxnSpPr>
          <p:cNvPr id="1012" name="Google Shape;1012;p54"/>
          <p:cNvCxnSpPr/>
          <p:nvPr/>
        </p:nvCxnSpPr>
        <p:spPr>
          <a:xfrm rot="10800000" flipH="1">
            <a:off x="7550987" y="4032287"/>
            <a:ext cx="477451" cy="3531"/>
          </a:xfrm>
          <a:prstGeom prst="straightConnector1">
            <a:avLst/>
          </a:prstGeom>
          <a:noFill/>
          <a:ln w="57150" cap="flat" cmpd="sng">
            <a:solidFill>
              <a:schemeClr val="dk1"/>
            </a:solidFill>
            <a:prstDash val="solid"/>
            <a:round/>
            <a:headEnd type="none" w="sm" len="sm"/>
            <a:tailEnd type="triangle" w="med" len="med"/>
          </a:ln>
        </p:spPr>
      </p:cxnSp>
      <p:pic>
        <p:nvPicPr>
          <p:cNvPr id="1013" name="Google Shape;1013;p54"/>
          <p:cNvPicPr preferRelativeResize="0"/>
          <p:nvPr/>
        </p:nvPicPr>
        <p:blipFill rotWithShape="1">
          <a:blip r:embed="rId3"/>
          <a:srcRect/>
          <a:stretch>
            <a:fillRect/>
          </a:stretch>
        </p:blipFill>
        <p:spPr>
          <a:xfrm>
            <a:off x="8027569" y="2434833"/>
            <a:ext cx="4160683" cy="325804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017" name="Shape 1017"/>
        <p:cNvGrpSpPr/>
        <p:nvPr/>
      </p:nvGrpSpPr>
      <p:grpSpPr>
        <a:xfrm>
          <a:off x="0" y="0"/>
          <a:ext cx="0" cy="0"/>
          <a:chOff x="0" y="0"/>
          <a:chExt cx="0" cy="0"/>
        </a:xfrm>
      </p:grpSpPr>
      <p:sp>
        <p:nvSpPr>
          <p:cNvPr id="1018" name="Google Shape;1018;p55"/>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19" name="Google Shape;1019;p55"/>
          <p:cNvSpPr txBox="1"/>
          <p:nvPr>
            <p:ph type="title"/>
          </p:nvPr>
        </p:nvSpPr>
        <p:spPr>
          <a:xfrm>
            <a:off x="411447" y="72570"/>
            <a:ext cx="8039193"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cap="none">
                <a:solidFill>
                  <a:schemeClr val="lt1"/>
                </a:solidFill>
              </a:rPr>
              <a:t>Handbetrieb</a:t>
            </a:r>
            <a:endParaRPr cap="none">
              <a:solidFill>
                <a:schemeClr val="lt1"/>
              </a:solidFill>
            </a:endParaRPr>
          </a:p>
        </p:txBody>
      </p:sp>
      <p:sp>
        <p:nvSpPr>
          <p:cNvPr id="1020" name="Google Shape;1020;p55"/>
          <p:cNvSpPr txBox="1"/>
          <p:nvPr>
            <p:ph type="body" idx="1"/>
          </p:nvPr>
        </p:nvSpPr>
        <p:spPr>
          <a:xfrm>
            <a:off x="205618" y="1351038"/>
            <a:ext cx="6186414" cy="45466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None/>
            </a:pPr>
            <a:endParaRPr cap="none">
              <a:solidFill>
                <a:schemeClr val="lt1"/>
              </a:solidFill>
            </a:endParaRPr>
          </a:p>
          <a:p>
            <a:pPr marL="285750" lvl="0" indent="-285750" algn="l" rtl="0">
              <a:spcBef>
                <a:spcPts val="1000"/>
              </a:spcBef>
              <a:spcAft>
                <a:spcPts val="0"/>
              </a:spcAft>
              <a:buSzPts val="1600"/>
              <a:buNone/>
            </a:pPr>
            <a:endParaRPr sz="2000" cap="none">
              <a:solidFill>
                <a:schemeClr val="lt1"/>
              </a:solidFill>
            </a:endParaRPr>
          </a:p>
          <a:p>
            <a:pPr marL="742950" lvl="1" indent="0" algn="l" rtl="0">
              <a:spcBef>
                <a:spcPts val="1240"/>
              </a:spcBef>
              <a:spcAft>
                <a:spcPts val="0"/>
              </a:spcAft>
              <a:buSzPts val="2560"/>
              <a:buNone/>
            </a:pPr>
            <a:endParaRPr sz="32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0" lvl="0" indent="0" algn="l" rtl="0">
              <a:spcBef>
                <a:spcPts val="960"/>
              </a:spcBef>
              <a:spcAft>
                <a:spcPts val="0"/>
              </a:spcAft>
              <a:buClr>
                <a:srgbClr val="FFFFFF"/>
              </a:buClr>
              <a:buSzPts val="1440"/>
              <a:buNone/>
            </a:pPr>
            <a:endParaRPr sz="1800">
              <a:solidFill>
                <a:srgbClr val="0F496F"/>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grpSp>
        <p:nvGrpSpPr>
          <p:cNvPr id="1021" name="Google Shape;1021;p55"/>
          <p:cNvGrpSpPr/>
          <p:nvPr/>
        </p:nvGrpSpPr>
        <p:grpSpPr>
          <a:xfrm>
            <a:off x="9206969" y="2963333"/>
            <a:ext cx="2981858" cy="3208867"/>
            <a:chOff x="9206969" y="2963333"/>
            <a:chExt cx="2981858" cy="3208867"/>
          </a:xfrm>
        </p:grpSpPr>
        <p:cxnSp>
          <p:nvCxnSpPr>
            <p:cNvPr id="1022" name="Google Shape;1022;p55"/>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1023" name="Google Shape;1023;p55"/>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1024" name="Google Shape;1024;p55"/>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1025" name="Google Shape;1025;p55"/>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1026" name="Google Shape;1026;p55"/>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1027" name="Google Shape;1027;p55"/>
          <p:cNvSpPr txBox="1"/>
          <p:nvPr/>
        </p:nvSpPr>
        <p:spPr>
          <a:xfrm>
            <a:off x="4724400" y="3200400"/>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28" name="Google Shape;1028;p55"/>
          <p:cNvSpPr txBox="1"/>
          <p:nvPr/>
        </p:nvSpPr>
        <p:spPr>
          <a:xfrm>
            <a:off x="5571067" y="2123924"/>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29" name="Google Shape;1029;p55"/>
          <p:cNvSpPr txBox="1"/>
          <p:nvPr/>
        </p:nvSpPr>
        <p:spPr>
          <a:xfrm>
            <a:off x="1374018" y="5704114"/>
            <a:ext cx="27432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30" name="Google Shape;1030;p55"/>
          <p:cNvSpPr txBox="1"/>
          <p:nvPr/>
        </p:nvSpPr>
        <p:spPr>
          <a:xfrm>
            <a:off x="637084" y="1875753"/>
            <a:ext cx="8464976" cy="12187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 Visualisierung und Steuerung jeder Teilanlage im Handbetrieb</a:t>
            </a:r>
            <a:endPar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31" name="Google Shape;1031;p55"/>
          <p:cNvSpPr txBox="1"/>
          <p:nvPr>
            <p:ph type="sldNum" idx="12"/>
          </p:nvPr>
        </p:nvSpPr>
        <p:spPr>
          <a:xfrm>
            <a:off x="11047046" y="624278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pic>
        <p:nvPicPr>
          <p:cNvPr id="1032" name="Google Shape;1032;p55"/>
          <p:cNvPicPr preferRelativeResize="0"/>
          <p:nvPr/>
        </p:nvPicPr>
        <p:blipFill rotWithShape="1">
          <a:blip r:embed="rId1"/>
          <a:srcRect/>
          <a:stretch>
            <a:fillRect/>
          </a:stretch>
        </p:blipFill>
        <p:spPr>
          <a:xfrm>
            <a:off x="42231" y="2308547"/>
            <a:ext cx="3679633" cy="3397676"/>
          </a:xfrm>
          <a:prstGeom prst="rect">
            <a:avLst/>
          </a:prstGeom>
          <a:noFill/>
          <a:ln>
            <a:noFill/>
          </a:ln>
        </p:spPr>
      </p:pic>
      <p:pic>
        <p:nvPicPr>
          <p:cNvPr id="1033" name="Google Shape;1033;p55"/>
          <p:cNvPicPr preferRelativeResize="0"/>
          <p:nvPr/>
        </p:nvPicPr>
        <p:blipFill rotWithShape="1">
          <a:blip r:embed="rId2"/>
          <a:srcRect/>
          <a:stretch>
            <a:fillRect/>
          </a:stretch>
        </p:blipFill>
        <p:spPr>
          <a:xfrm>
            <a:off x="3797147" y="2294527"/>
            <a:ext cx="4074404" cy="3434898"/>
          </a:xfrm>
          <a:prstGeom prst="rect">
            <a:avLst/>
          </a:prstGeom>
          <a:noFill/>
          <a:ln>
            <a:noFill/>
          </a:ln>
        </p:spPr>
      </p:pic>
      <p:cxnSp>
        <p:nvCxnSpPr>
          <p:cNvPr id="1034" name="Google Shape;1034;p55"/>
          <p:cNvCxnSpPr/>
          <p:nvPr/>
        </p:nvCxnSpPr>
        <p:spPr>
          <a:xfrm rot="10800000" flipH="1">
            <a:off x="7893239" y="3956066"/>
            <a:ext cx="482137" cy="11469"/>
          </a:xfrm>
          <a:prstGeom prst="straightConnector1">
            <a:avLst/>
          </a:prstGeom>
          <a:noFill/>
          <a:ln w="57150" cap="flat" cmpd="sng">
            <a:solidFill>
              <a:schemeClr val="dk1"/>
            </a:solidFill>
            <a:prstDash val="solid"/>
            <a:round/>
            <a:headEnd type="none" w="sm" len="sm"/>
            <a:tailEnd type="triangle" w="med" len="med"/>
          </a:ln>
        </p:spPr>
      </p:cxnSp>
      <p:pic>
        <p:nvPicPr>
          <p:cNvPr id="1035" name="Google Shape;1035;p55"/>
          <p:cNvPicPr preferRelativeResize="0"/>
          <p:nvPr/>
        </p:nvPicPr>
        <p:blipFill rotWithShape="1">
          <a:blip r:embed="rId3"/>
          <a:srcRect/>
          <a:stretch>
            <a:fillRect/>
          </a:stretch>
        </p:blipFill>
        <p:spPr>
          <a:xfrm>
            <a:off x="8388890" y="2311846"/>
            <a:ext cx="3734619" cy="341565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039" name="Shape 1039"/>
        <p:cNvGrpSpPr/>
        <p:nvPr/>
      </p:nvGrpSpPr>
      <p:grpSpPr>
        <a:xfrm>
          <a:off x="0" y="0"/>
          <a:ext cx="0" cy="0"/>
          <a:chOff x="0" y="0"/>
          <a:chExt cx="0" cy="0"/>
        </a:xfrm>
      </p:grpSpPr>
      <p:sp>
        <p:nvSpPr>
          <p:cNvPr id="1040" name="Google Shape;1040;p56"/>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41" name="Google Shape;1041;p56"/>
          <p:cNvSpPr txBox="1"/>
          <p:nvPr>
            <p:ph type="title"/>
          </p:nvPr>
        </p:nvSpPr>
        <p:spPr>
          <a:xfrm>
            <a:off x="411447" y="72570"/>
            <a:ext cx="8039193"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cap="none">
                <a:solidFill>
                  <a:schemeClr val="lt1"/>
                </a:solidFill>
              </a:rPr>
              <a:t>Automatikbetrieb</a:t>
            </a:r>
            <a:endParaRPr cap="none">
              <a:solidFill>
                <a:schemeClr val="lt1"/>
              </a:solidFill>
            </a:endParaRPr>
          </a:p>
        </p:txBody>
      </p:sp>
      <p:sp>
        <p:nvSpPr>
          <p:cNvPr id="1042" name="Google Shape;1042;p56"/>
          <p:cNvSpPr txBox="1"/>
          <p:nvPr>
            <p:ph type="body" idx="1"/>
          </p:nvPr>
        </p:nvSpPr>
        <p:spPr>
          <a:xfrm>
            <a:off x="205618" y="1351038"/>
            <a:ext cx="6186414" cy="45466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None/>
            </a:pPr>
            <a:endParaRPr cap="none">
              <a:solidFill>
                <a:schemeClr val="lt1"/>
              </a:solidFill>
            </a:endParaRPr>
          </a:p>
          <a:p>
            <a:pPr marL="285750" lvl="0" indent="-285750" algn="l" rtl="0">
              <a:spcBef>
                <a:spcPts val="1000"/>
              </a:spcBef>
              <a:spcAft>
                <a:spcPts val="0"/>
              </a:spcAft>
              <a:buSzPts val="1600"/>
              <a:buNone/>
            </a:pPr>
            <a:endParaRPr sz="2000" cap="none">
              <a:solidFill>
                <a:schemeClr val="lt1"/>
              </a:solidFill>
            </a:endParaRPr>
          </a:p>
          <a:p>
            <a:pPr marL="742950" lvl="1" indent="0" algn="l" rtl="0">
              <a:spcBef>
                <a:spcPts val="1240"/>
              </a:spcBef>
              <a:spcAft>
                <a:spcPts val="0"/>
              </a:spcAft>
              <a:buSzPts val="2560"/>
              <a:buNone/>
            </a:pPr>
            <a:endParaRPr sz="32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0" lvl="0" indent="0" algn="l" rtl="0">
              <a:spcBef>
                <a:spcPts val="960"/>
              </a:spcBef>
              <a:spcAft>
                <a:spcPts val="0"/>
              </a:spcAft>
              <a:buClr>
                <a:srgbClr val="FFFFFF"/>
              </a:buClr>
              <a:buSzPts val="1440"/>
              <a:buNone/>
            </a:pPr>
            <a:endParaRPr sz="1800">
              <a:solidFill>
                <a:srgbClr val="0F496F"/>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grpSp>
        <p:nvGrpSpPr>
          <p:cNvPr id="1043" name="Google Shape;1043;p56"/>
          <p:cNvGrpSpPr/>
          <p:nvPr/>
        </p:nvGrpSpPr>
        <p:grpSpPr>
          <a:xfrm>
            <a:off x="9206969" y="2963333"/>
            <a:ext cx="2981858" cy="3208867"/>
            <a:chOff x="9206969" y="2963333"/>
            <a:chExt cx="2981858" cy="3208867"/>
          </a:xfrm>
        </p:grpSpPr>
        <p:cxnSp>
          <p:nvCxnSpPr>
            <p:cNvPr id="1044" name="Google Shape;1044;p56"/>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1045" name="Google Shape;1045;p56"/>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1046" name="Google Shape;1046;p56"/>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1047" name="Google Shape;1047;p56"/>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1048" name="Google Shape;1048;p56"/>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1049" name="Google Shape;1049;p56"/>
          <p:cNvSpPr txBox="1"/>
          <p:nvPr/>
        </p:nvSpPr>
        <p:spPr>
          <a:xfrm>
            <a:off x="4724400" y="3200400"/>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50" name="Google Shape;1050;p56"/>
          <p:cNvSpPr txBox="1"/>
          <p:nvPr/>
        </p:nvSpPr>
        <p:spPr>
          <a:xfrm>
            <a:off x="5571067" y="2123924"/>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51" name="Google Shape;1051;p56"/>
          <p:cNvSpPr txBox="1"/>
          <p:nvPr/>
        </p:nvSpPr>
        <p:spPr>
          <a:xfrm>
            <a:off x="1374018" y="5704114"/>
            <a:ext cx="27432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52" name="Google Shape;1052;p56"/>
          <p:cNvSpPr txBox="1"/>
          <p:nvPr/>
        </p:nvSpPr>
        <p:spPr>
          <a:xfrm>
            <a:off x="637084" y="1875753"/>
            <a:ext cx="7550347" cy="14957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600"/>
              </a:spcBef>
              <a:spcAft>
                <a:spcPts val="0"/>
              </a:spcAft>
              <a:buNone/>
            </a:pPr>
            <a:r>
              <a:rPr lang="de-DE" sz="2000" cap="none">
                <a:solidFill>
                  <a:schemeClr val="lt1"/>
                </a:solidFill>
                <a:latin typeface="Century Gothic" panose="020B0502020202020204"/>
                <a:ea typeface="Century Gothic" panose="020B0502020202020204"/>
                <a:cs typeface="Century Gothic" panose="020B0502020202020204"/>
                <a:sym typeface="Century Gothic" panose="020B0502020202020204"/>
              </a:rPr>
              <a:t>•</a:t>
            </a: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Eine Übersicht der Anlage im Automatikbetrieb</a:t>
            </a: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3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53" name="Google Shape;1053;p56"/>
          <p:cNvSpPr txBox="1"/>
          <p:nvPr>
            <p:ph type="sldNum" idx="12"/>
          </p:nvPr>
        </p:nvSpPr>
        <p:spPr>
          <a:xfrm>
            <a:off x="11047046" y="6262321"/>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pic>
        <p:nvPicPr>
          <p:cNvPr id="1054" name="Google Shape;1054;p56"/>
          <p:cNvPicPr preferRelativeResize="0"/>
          <p:nvPr/>
        </p:nvPicPr>
        <p:blipFill rotWithShape="1">
          <a:blip r:embed="rId1"/>
          <a:srcRect/>
          <a:stretch>
            <a:fillRect/>
          </a:stretch>
        </p:blipFill>
        <p:spPr>
          <a:xfrm>
            <a:off x="914400" y="2627617"/>
            <a:ext cx="5640387" cy="406339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058" name="Shape 1058"/>
        <p:cNvGrpSpPr/>
        <p:nvPr/>
      </p:nvGrpSpPr>
      <p:grpSpPr>
        <a:xfrm>
          <a:off x="0" y="0"/>
          <a:ext cx="0" cy="0"/>
          <a:chOff x="0" y="0"/>
          <a:chExt cx="0" cy="0"/>
        </a:xfrm>
      </p:grpSpPr>
      <p:sp>
        <p:nvSpPr>
          <p:cNvPr id="1059" name="Google Shape;1059;p57"/>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60" name="Google Shape;1060;p57"/>
          <p:cNvSpPr txBox="1"/>
          <p:nvPr>
            <p:ph type="title"/>
          </p:nvPr>
        </p:nvSpPr>
        <p:spPr>
          <a:xfrm>
            <a:off x="411447" y="72570"/>
            <a:ext cx="8039193"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cap="none">
                <a:solidFill>
                  <a:schemeClr val="lt1"/>
                </a:solidFill>
              </a:rPr>
              <a:t>Probleme und Schwierigkeiten</a:t>
            </a:r>
            <a:endParaRPr>
              <a:solidFill>
                <a:schemeClr val="lt1"/>
              </a:solidFill>
            </a:endParaRPr>
          </a:p>
        </p:txBody>
      </p:sp>
      <p:sp>
        <p:nvSpPr>
          <p:cNvPr id="1061" name="Google Shape;1061;p57"/>
          <p:cNvSpPr txBox="1"/>
          <p:nvPr>
            <p:ph type="body" idx="1"/>
          </p:nvPr>
        </p:nvSpPr>
        <p:spPr>
          <a:xfrm>
            <a:off x="205618" y="1351038"/>
            <a:ext cx="6186414" cy="45466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None/>
            </a:pPr>
            <a:endParaRPr cap="none">
              <a:solidFill>
                <a:schemeClr val="lt1"/>
              </a:solidFill>
            </a:endParaRPr>
          </a:p>
          <a:p>
            <a:pPr marL="285750" lvl="0" indent="-285750" algn="l" rtl="0">
              <a:spcBef>
                <a:spcPts val="1000"/>
              </a:spcBef>
              <a:spcAft>
                <a:spcPts val="0"/>
              </a:spcAft>
              <a:buSzPts val="1600"/>
              <a:buNone/>
            </a:pPr>
            <a:endParaRPr sz="2000" cap="none">
              <a:solidFill>
                <a:schemeClr val="lt1"/>
              </a:solidFill>
            </a:endParaRPr>
          </a:p>
          <a:p>
            <a:pPr marL="742950" lvl="1" indent="0" algn="l" rtl="0">
              <a:spcBef>
                <a:spcPts val="1240"/>
              </a:spcBef>
              <a:spcAft>
                <a:spcPts val="0"/>
              </a:spcAft>
              <a:buSzPts val="2560"/>
              <a:buNone/>
            </a:pPr>
            <a:endParaRPr sz="32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285750" lvl="0" indent="-285750" algn="l" rtl="0">
              <a:spcBef>
                <a:spcPts val="960"/>
              </a:spcBef>
              <a:spcAft>
                <a:spcPts val="0"/>
              </a:spcAft>
              <a:buSzPts val="1440"/>
              <a:buNone/>
            </a:pPr>
            <a:endParaRPr sz="1800">
              <a:solidFill>
                <a:srgbClr val="0F496F"/>
              </a:solidFill>
            </a:endParaRPr>
          </a:p>
          <a:p>
            <a:pPr marL="0" lvl="0" indent="0" algn="l" rtl="0">
              <a:spcBef>
                <a:spcPts val="960"/>
              </a:spcBef>
              <a:spcAft>
                <a:spcPts val="0"/>
              </a:spcAft>
              <a:buClr>
                <a:srgbClr val="FFFFFF"/>
              </a:buClr>
              <a:buSzPts val="1440"/>
              <a:buNone/>
            </a:pPr>
            <a:endParaRPr sz="1800">
              <a:solidFill>
                <a:srgbClr val="0F496F"/>
              </a:solidFill>
            </a:endParaRPr>
          </a:p>
          <a:p>
            <a:pPr marL="285750" lvl="0" indent="-194310" algn="l" rtl="0">
              <a:spcBef>
                <a:spcPts val="960"/>
              </a:spcBef>
              <a:spcAft>
                <a:spcPts val="0"/>
              </a:spcAft>
              <a:buClr>
                <a:srgbClr val="FFFFFF"/>
              </a:buClr>
              <a:buSzPts val="1440"/>
              <a:buNone/>
            </a:pPr>
            <a:endParaRPr sz="1800">
              <a:solidFill>
                <a:srgbClr val="0F496F"/>
              </a:solidFill>
            </a:endParaRPr>
          </a:p>
        </p:txBody>
      </p:sp>
      <p:grpSp>
        <p:nvGrpSpPr>
          <p:cNvPr id="1062" name="Google Shape;1062;p57"/>
          <p:cNvGrpSpPr/>
          <p:nvPr/>
        </p:nvGrpSpPr>
        <p:grpSpPr>
          <a:xfrm>
            <a:off x="9206969" y="2963333"/>
            <a:ext cx="2981858" cy="3208867"/>
            <a:chOff x="9206969" y="2963333"/>
            <a:chExt cx="2981858" cy="3208867"/>
          </a:xfrm>
        </p:grpSpPr>
        <p:cxnSp>
          <p:nvCxnSpPr>
            <p:cNvPr id="1063" name="Google Shape;1063;p57"/>
            <p:cNvCxnSpPr/>
            <p:nvPr/>
          </p:nvCxnSpPr>
          <p:spPr>
            <a:xfrm flipH="1">
              <a:off x="11276012" y="2963333"/>
              <a:ext cx="912814" cy="912812"/>
            </a:xfrm>
            <a:prstGeom prst="straightConnector1">
              <a:avLst/>
            </a:prstGeom>
            <a:noFill/>
            <a:ln w="9525" cap="flat" cmpd="sng">
              <a:solidFill>
                <a:srgbClr val="FFFFFF"/>
              </a:solidFill>
              <a:prstDash val="solid"/>
              <a:round/>
              <a:headEnd type="none" w="sm" len="sm"/>
              <a:tailEnd type="none" w="sm" len="sm"/>
            </a:ln>
          </p:spPr>
        </p:cxnSp>
        <p:cxnSp>
          <p:nvCxnSpPr>
            <p:cNvPr id="1064" name="Google Shape;1064;p57"/>
            <p:cNvCxnSpPr/>
            <p:nvPr/>
          </p:nvCxnSpPr>
          <p:spPr>
            <a:xfrm flipH="1">
              <a:off x="9206969" y="3190344"/>
              <a:ext cx="2981857" cy="2981856"/>
            </a:xfrm>
            <a:prstGeom prst="straightConnector1">
              <a:avLst/>
            </a:prstGeom>
            <a:noFill/>
            <a:ln w="9525" cap="flat" cmpd="sng">
              <a:solidFill>
                <a:srgbClr val="FFFFFF"/>
              </a:solidFill>
              <a:prstDash val="solid"/>
              <a:round/>
              <a:headEnd type="none" w="sm" len="sm"/>
              <a:tailEnd type="none" w="sm" len="sm"/>
            </a:ln>
          </p:spPr>
        </p:cxnSp>
        <p:cxnSp>
          <p:nvCxnSpPr>
            <p:cNvPr id="1065" name="Google Shape;1065;p57"/>
            <p:cNvCxnSpPr/>
            <p:nvPr/>
          </p:nvCxnSpPr>
          <p:spPr>
            <a:xfrm flipH="1">
              <a:off x="10292292" y="3285067"/>
              <a:ext cx="1896534" cy="1896533"/>
            </a:xfrm>
            <a:prstGeom prst="straightConnector1">
              <a:avLst/>
            </a:prstGeom>
            <a:noFill/>
            <a:ln w="9525" cap="flat" cmpd="sng">
              <a:solidFill>
                <a:srgbClr val="FFFFFF"/>
              </a:solidFill>
              <a:prstDash val="solid"/>
              <a:round/>
              <a:headEnd type="none" w="sm" len="sm"/>
              <a:tailEnd type="none" w="sm" len="sm"/>
            </a:ln>
          </p:spPr>
        </p:cxnSp>
        <p:cxnSp>
          <p:nvCxnSpPr>
            <p:cNvPr id="1066" name="Google Shape;1066;p57"/>
            <p:cNvCxnSpPr/>
            <p:nvPr/>
          </p:nvCxnSpPr>
          <p:spPr>
            <a:xfrm flipH="1">
              <a:off x="10443103" y="3131080"/>
              <a:ext cx="1745722" cy="1745720"/>
            </a:xfrm>
            <a:prstGeom prst="straightConnector1">
              <a:avLst/>
            </a:prstGeom>
            <a:noFill/>
            <a:ln w="28575" cap="flat" cmpd="sng">
              <a:solidFill>
                <a:srgbClr val="FFFFFF"/>
              </a:solidFill>
              <a:prstDash val="solid"/>
              <a:round/>
              <a:headEnd type="none" w="sm" len="sm"/>
              <a:tailEnd type="none" w="sm" len="sm"/>
            </a:ln>
          </p:spPr>
        </p:cxnSp>
        <p:cxnSp>
          <p:nvCxnSpPr>
            <p:cNvPr id="1067" name="Google Shape;1067;p57"/>
            <p:cNvCxnSpPr/>
            <p:nvPr/>
          </p:nvCxnSpPr>
          <p:spPr>
            <a:xfrm flipH="1">
              <a:off x="10918826" y="3683001"/>
              <a:ext cx="1270001" cy="1269999"/>
            </a:xfrm>
            <a:prstGeom prst="straightConnector1">
              <a:avLst/>
            </a:prstGeom>
            <a:noFill/>
            <a:ln w="28575" cap="flat" cmpd="sng">
              <a:solidFill>
                <a:srgbClr val="FFFFFF"/>
              </a:solidFill>
              <a:prstDash val="solid"/>
              <a:round/>
              <a:headEnd type="none" w="sm" len="sm"/>
              <a:tailEnd type="none" w="sm" len="sm"/>
            </a:ln>
          </p:spPr>
        </p:cxnSp>
      </p:grpSp>
      <p:sp>
        <p:nvSpPr>
          <p:cNvPr id="1068" name="Google Shape;1068;p57"/>
          <p:cNvSpPr txBox="1"/>
          <p:nvPr/>
        </p:nvSpPr>
        <p:spPr>
          <a:xfrm>
            <a:off x="4724400" y="3200400"/>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69" name="Google Shape;1069;p57"/>
          <p:cNvSpPr txBox="1"/>
          <p:nvPr/>
        </p:nvSpPr>
        <p:spPr>
          <a:xfrm>
            <a:off x="5571067" y="2123924"/>
            <a:ext cx="274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70" name="Google Shape;1070;p57"/>
          <p:cNvSpPr txBox="1"/>
          <p:nvPr/>
        </p:nvSpPr>
        <p:spPr>
          <a:xfrm>
            <a:off x="1374018" y="5704114"/>
            <a:ext cx="27432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71" name="Google Shape;1071;p57"/>
          <p:cNvSpPr txBox="1"/>
          <p:nvPr/>
        </p:nvSpPr>
        <p:spPr>
          <a:xfrm>
            <a:off x="637084" y="1875753"/>
            <a:ext cx="5931097" cy="45273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000" cap="none">
                <a:solidFill>
                  <a:schemeClr val="lt1"/>
                </a:solidFill>
                <a:latin typeface="Century Gothic" panose="020B0502020202020204"/>
                <a:ea typeface="Century Gothic" panose="020B0502020202020204"/>
                <a:cs typeface="Century Gothic" panose="020B0502020202020204"/>
                <a:sym typeface="Century Gothic" panose="020B0502020202020204"/>
              </a:rPr>
              <a:t>•</a:t>
            </a: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Zunächst habe ich die Variablen für meine Visualisierung auf Eingänge gelegt, wodurch es zu Konflikten kam und die Anlage nicht korrekt visualisiert wurde</a:t>
            </a: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20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 Lösung: alle Variablen, die ich benötige in einen DB legen</a:t>
            </a: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20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•Die Herausforderung war, dass ich mir vorstellen musste, wie die Anlage aussehen soll und welche Sensoren und Taster ich für den Automatik- und Handbetrieb benötige</a:t>
            </a: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3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960"/>
              </a:spcBef>
              <a:spcAft>
                <a:spcPts val="0"/>
              </a:spcAft>
              <a:buNone/>
            </a:pPr>
            <a:endParaRPr sz="1800"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72" name="Google Shape;1072;p57"/>
          <p:cNvSpPr txBox="1"/>
          <p:nvPr>
            <p:ph type="sldNum" idx="12"/>
          </p:nvPr>
        </p:nvSpPr>
        <p:spPr>
          <a:xfrm>
            <a:off x="11056815" y="624278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pic>
        <p:nvPicPr>
          <p:cNvPr id="1073" name="Google Shape;1073;p57" descr="Ein Bild, das Tisch enthält.&#10;&#10;Beschreibung automatisch generiert."/>
          <p:cNvPicPr preferRelativeResize="0"/>
          <p:nvPr/>
        </p:nvPicPr>
        <p:blipFill rotWithShape="1">
          <a:blip r:embed="rId1"/>
          <a:srcRect/>
          <a:stretch>
            <a:fillRect/>
          </a:stretch>
        </p:blipFill>
        <p:spPr>
          <a:xfrm>
            <a:off x="7160835" y="1085805"/>
            <a:ext cx="4746473" cy="468034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gradFill>
          <a:gsLst>
            <a:gs pos="0">
              <a:srgbClr val="555555"/>
            </a:gs>
            <a:gs pos="10000">
              <a:srgbClr val="555555"/>
            </a:gs>
            <a:gs pos="100000">
              <a:schemeClr val="dk1"/>
            </a:gs>
          </a:gsLst>
          <a:lin ang="6120000" scaled="0"/>
        </a:gradFill>
        <a:effectLst/>
      </p:bgPr>
    </p:bg>
    <p:spTree>
      <p:nvGrpSpPr>
        <p:cNvPr id="1077" name="Shape 1077"/>
        <p:cNvGrpSpPr/>
        <p:nvPr/>
      </p:nvGrpSpPr>
      <p:grpSpPr>
        <a:xfrm>
          <a:off x="0" y="0"/>
          <a:ext cx="0" cy="0"/>
          <a:chOff x="0" y="0"/>
          <a:chExt cx="0" cy="0"/>
        </a:xfrm>
      </p:grpSpPr>
      <p:cxnSp>
        <p:nvCxnSpPr>
          <p:cNvPr id="1078" name="Google Shape;1078;p58"/>
          <p:cNvCxnSpPr/>
          <p:nvPr/>
        </p:nvCxnSpPr>
        <p:spPr>
          <a:xfrm flipH="1">
            <a:off x="8228012" y="8467"/>
            <a:ext cx="3810000" cy="3810000"/>
          </a:xfrm>
          <a:prstGeom prst="straightConnector1">
            <a:avLst/>
          </a:prstGeom>
          <a:noFill/>
          <a:ln w="12700" cap="flat" cmpd="sng">
            <a:solidFill>
              <a:schemeClr val="lt1"/>
            </a:solidFill>
            <a:prstDash val="solid"/>
            <a:round/>
            <a:headEnd type="none" w="sm" len="sm"/>
            <a:tailEnd type="none" w="sm" len="sm"/>
          </a:ln>
        </p:spPr>
      </p:cxnSp>
      <p:cxnSp>
        <p:nvCxnSpPr>
          <p:cNvPr id="1079" name="Google Shape;1079;p58"/>
          <p:cNvCxnSpPr/>
          <p:nvPr/>
        </p:nvCxnSpPr>
        <p:spPr>
          <a:xfrm flipH="1">
            <a:off x="6108170" y="91545"/>
            <a:ext cx="6080655" cy="6080655"/>
          </a:xfrm>
          <a:prstGeom prst="straightConnector1">
            <a:avLst/>
          </a:prstGeom>
          <a:noFill/>
          <a:ln w="12700" cap="flat" cmpd="sng">
            <a:solidFill>
              <a:schemeClr val="lt1"/>
            </a:solidFill>
            <a:prstDash val="solid"/>
            <a:round/>
            <a:headEnd type="none" w="sm" len="sm"/>
            <a:tailEnd type="none" w="sm" len="sm"/>
          </a:ln>
        </p:spPr>
      </p:cxnSp>
      <p:cxnSp>
        <p:nvCxnSpPr>
          <p:cNvPr id="1080" name="Google Shape;1080;p58"/>
          <p:cNvCxnSpPr/>
          <p:nvPr/>
        </p:nvCxnSpPr>
        <p:spPr>
          <a:xfrm flipH="1">
            <a:off x="7235825" y="228600"/>
            <a:ext cx="4953000" cy="4953000"/>
          </a:xfrm>
          <a:prstGeom prst="straightConnector1">
            <a:avLst/>
          </a:prstGeom>
          <a:noFill/>
          <a:ln w="12700" cap="flat" cmpd="sng">
            <a:solidFill>
              <a:schemeClr val="lt1"/>
            </a:solidFill>
            <a:prstDash val="solid"/>
            <a:round/>
            <a:headEnd type="none" w="sm" len="sm"/>
            <a:tailEnd type="none" w="sm" len="sm"/>
          </a:ln>
        </p:spPr>
      </p:cxnSp>
      <p:cxnSp>
        <p:nvCxnSpPr>
          <p:cNvPr id="1081" name="Google Shape;1081;p58"/>
          <p:cNvCxnSpPr/>
          <p:nvPr/>
        </p:nvCxnSpPr>
        <p:spPr>
          <a:xfrm flipH="1">
            <a:off x="7335837" y="32278"/>
            <a:ext cx="4852989" cy="4852989"/>
          </a:xfrm>
          <a:prstGeom prst="straightConnector1">
            <a:avLst/>
          </a:prstGeom>
          <a:noFill/>
          <a:ln w="31750" cap="flat" cmpd="sng">
            <a:solidFill>
              <a:schemeClr val="lt1"/>
            </a:solidFill>
            <a:prstDash val="solid"/>
            <a:round/>
            <a:headEnd type="none" w="sm" len="sm"/>
            <a:tailEnd type="none" w="sm" len="sm"/>
          </a:ln>
        </p:spPr>
      </p:cxnSp>
      <p:cxnSp>
        <p:nvCxnSpPr>
          <p:cNvPr id="1082" name="Google Shape;1082;p58"/>
          <p:cNvCxnSpPr/>
          <p:nvPr/>
        </p:nvCxnSpPr>
        <p:spPr>
          <a:xfrm flipH="1">
            <a:off x="7845426" y="609601"/>
            <a:ext cx="4343399" cy="4343399"/>
          </a:xfrm>
          <a:prstGeom prst="straightConnector1">
            <a:avLst/>
          </a:prstGeom>
          <a:noFill/>
          <a:ln w="31750" cap="flat" cmpd="sng">
            <a:solidFill>
              <a:schemeClr val="lt1"/>
            </a:solidFill>
            <a:prstDash val="solid"/>
            <a:round/>
            <a:headEnd type="none" w="sm" len="sm"/>
            <a:tailEnd type="none" w="sm" len="sm"/>
          </a:ln>
        </p:spPr>
      </p:cxnSp>
      <p:sp>
        <p:nvSpPr>
          <p:cNvPr id="1083" name="Google Shape;1083;p58"/>
          <p:cNvSpPr/>
          <p:nvPr/>
        </p:nvSpPr>
        <p:spPr>
          <a:xfrm>
            <a:off x="-3175" y="0"/>
            <a:ext cx="12192000" cy="6858000"/>
          </a:xfrm>
          <a:prstGeom prst="rect">
            <a:avLst/>
          </a:prstGeom>
          <a:gradFill>
            <a:gsLst>
              <a:gs pos="0">
                <a:srgbClr val="555555"/>
              </a:gs>
              <a:gs pos="10000">
                <a:srgbClr val="555555"/>
              </a:gs>
              <a:gs pos="100000">
                <a:schemeClr val="dk1"/>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084" name="Google Shape;1084;p58"/>
          <p:cNvPicPr preferRelativeResize="0"/>
          <p:nvPr/>
        </p:nvPicPr>
        <p:blipFill rotWithShape="1">
          <a:blip r:embed="rId1">
            <a:alphaModFix amt="25000"/>
          </a:blip>
          <a:srcRect t="2174"/>
          <a:stretch>
            <a:fillRect/>
          </a:stretch>
        </p:blipFill>
        <p:spPr>
          <a:xfrm>
            <a:off x="10679" y="19423"/>
            <a:ext cx="12191980" cy="6857990"/>
          </a:xfrm>
          <a:prstGeom prst="rect">
            <a:avLst/>
          </a:prstGeom>
          <a:noFill/>
          <a:ln>
            <a:noFill/>
          </a:ln>
        </p:spPr>
      </p:pic>
      <p:sp>
        <p:nvSpPr>
          <p:cNvPr id="1085" name="Google Shape;1085;p58"/>
          <p:cNvSpPr txBox="1"/>
          <p:nvPr>
            <p:ph type="title"/>
          </p:nvPr>
        </p:nvSpPr>
        <p:spPr>
          <a:xfrm>
            <a:off x="434591" y="42040"/>
            <a:ext cx="4355596" cy="1342698"/>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800"/>
              <a:buFont typeface="Century Gothic" panose="020B0502020202020204"/>
              <a:buNone/>
            </a:pPr>
            <a:r>
              <a:rPr lang="de-DE" sz="4800"/>
              <a:t>NODE-RED? </a:t>
            </a:r>
            <a:endParaRPr lang="de-DE" sz="4800"/>
          </a:p>
        </p:txBody>
      </p:sp>
      <p:sp>
        <p:nvSpPr>
          <p:cNvPr id="1086" name="Google Shape;1086;p58"/>
          <p:cNvSpPr txBox="1"/>
          <p:nvPr>
            <p:ph type="sldNum" idx="12"/>
          </p:nvPr>
        </p:nvSpPr>
        <p:spPr>
          <a:xfrm>
            <a:off x="11047046" y="6262321"/>
            <a:ext cx="1142245" cy="669925"/>
          </a:xfrm>
          <a:prstGeom prst="rect">
            <a:avLst/>
          </a:prstGeom>
          <a:noFill/>
          <a:ln>
            <a:noFill/>
          </a:ln>
        </p:spPr>
        <p:txBody>
          <a:bodyPr spcFirstLastPara="1" wrap="square" lIns="91425" tIns="45700" rIns="91425" bIns="45700" anchor="b" anchorCtr="0">
            <a:norm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grpSp>
        <p:nvGrpSpPr>
          <p:cNvPr id="1087" name="Google Shape;1087;p58"/>
          <p:cNvGrpSpPr/>
          <p:nvPr/>
        </p:nvGrpSpPr>
        <p:grpSpPr>
          <a:xfrm>
            <a:off x="6108170" y="9144"/>
            <a:ext cx="6080656" cy="6163733"/>
            <a:chOff x="6108170" y="8467"/>
            <a:chExt cx="6080656" cy="6163733"/>
          </a:xfrm>
        </p:grpSpPr>
        <p:cxnSp>
          <p:nvCxnSpPr>
            <p:cNvPr id="1088" name="Google Shape;1088;p58"/>
            <p:cNvCxnSpPr/>
            <p:nvPr/>
          </p:nvCxnSpPr>
          <p:spPr>
            <a:xfrm flipH="1">
              <a:off x="8228012" y="8467"/>
              <a:ext cx="3810000" cy="3810000"/>
            </a:xfrm>
            <a:prstGeom prst="straightConnector1">
              <a:avLst/>
            </a:prstGeom>
            <a:noFill/>
            <a:ln w="12700" cap="flat" cmpd="sng">
              <a:solidFill>
                <a:schemeClr val="lt1"/>
              </a:solidFill>
              <a:prstDash val="solid"/>
              <a:round/>
              <a:headEnd type="none" w="sm" len="sm"/>
              <a:tailEnd type="none" w="sm" len="sm"/>
            </a:ln>
          </p:spPr>
        </p:cxnSp>
        <p:cxnSp>
          <p:nvCxnSpPr>
            <p:cNvPr id="1089" name="Google Shape;1089;p58"/>
            <p:cNvCxnSpPr/>
            <p:nvPr/>
          </p:nvCxnSpPr>
          <p:spPr>
            <a:xfrm flipH="1">
              <a:off x="6108170" y="91545"/>
              <a:ext cx="6080655" cy="6080655"/>
            </a:xfrm>
            <a:prstGeom prst="straightConnector1">
              <a:avLst/>
            </a:prstGeom>
            <a:noFill/>
            <a:ln w="12700" cap="flat" cmpd="sng">
              <a:solidFill>
                <a:schemeClr val="lt1"/>
              </a:solidFill>
              <a:prstDash val="solid"/>
              <a:round/>
              <a:headEnd type="none" w="sm" len="sm"/>
              <a:tailEnd type="none" w="sm" len="sm"/>
            </a:ln>
          </p:spPr>
        </p:cxnSp>
        <p:cxnSp>
          <p:nvCxnSpPr>
            <p:cNvPr id="1090" name="Google Shape;1090;p58"/>
            <p:cNvCxnSpPr/>
            <p:nvPr/>
          </p:nvCxnSpPr>
          <p:spPr>
            <a:xfrm flipH="1">
              <a:off x="7235825" y="228600"/>
              <a:ext cx="4953000" cy="4953000"/>
            </a:xfrm>
            <a:prstGeom prst="straightConnector1">
              <a:avLst/>
            </a:prstGeom>
            <a:noFill/>
            <a:ln w="12700" cap="flat" cmpd="sng">
              <a:solidFill>
                <a:schemeClr val="lt1"/>
              </a:solidFill>
              <a:prstDash val="solid"/>
              <a:round/>
              <a:headEnd type="none" w="sm" len="sm"/>
              <a:tailEnd type="none" w="sm" len="sm"/>
            </a:ln>
          </p:spPr>
        </p:cxnSp>
        <p:cxnSp>
          <p:nvCxnSpPr>
            <p:cNvPr id="1091" name="Google Shape;1091;p58"/>
            <p:cNvCxnSpPr/>
            <p:nvPr/>
          </p:nvCxnSpPr>
          <p:spPr>
            <a:xfrm flipH="1">
              <a:off x="7335837" y="32278"/>
              <a:ext cx="4852989" cy="4852989"/>
            </a:xfrm>
            <a:prstGeom prst="straightConnector1">
              <a:avLst/>
            </a:prstGeom>
            <a:noFill/>
            <a:ln w="31750" cap="flat" cmpd="sng">
              <a:solidFill>
                <a:schemeClr val="lt1"/>
              </a:solidFill>
              <a:prstDash val="solid"/>
              <a:round/>
              <a:headEnd type="none" w="sm" len="sm"/>
              <a:tailEnd type="none" w="sm" len="sm"/>
            </a:ln>
          </p:spPr>
        </p:cxnSp>
        <p:cxnSp>
          <p:nvCxnSpPr>
            <p:cNvPr id="1092" name="Google Shape;1092;p58"/>
            <p:cNvCxnSpPr/>
            <p:nvPr/>
          </p:nvCxnSpPr>
          <p:spPr>
            <a:xfrm flipH="1">
              <a:off x="7845426" y="609601"/>
              <a:ext cx="4343399" cy="4343399"/>
            </a:xfrm>
            <a:prstGeom prst="straightConnector1">
              <a:avLst/>
            </a:prstGeom>
            <a:noFill/>
            <a:ln w="31750" cap="flat" cmpd="sng">
              <a:solidFill>
                <a:schemeClr val="lt1"/>
              </a:solidFill>
              <a:prstDash val="solid"/>
              <a:round/>
              <a:headEnd type="none" w="sm" len="sm"/>
              <a:tailEnd type="none" w="sm" len="sm"/>
            </a:ln>
          </p:spPr>
        </p:cxnSp>
      </p:grpSp>
      <p:sp>
        <p:nvSpPr>
          <p:cNvPr id="1093" name="Google Shape;1093;p58"/>
          <p:cNvSpPr txBox="1"/>
          <p:nvPr/>
        </p:nvSpPr>
        <p:spPr>
          <a:xfrm>
            <a:off x="691055" y="1903463"/>
            <a:ext cx="5400780" cy="120032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Ein grafisches Entwicklungswerkzeug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2013 von IBM entwickelt</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2016 Teil der JS Foundation</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Prinzip: Hardware mit Software verbinden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94" name="Google Shape;1094;p58"/>
          <p:cNvSpPr txBox="1"/>
          <p:nvPr/>
        </p:nvSpPr>
        <p:spPr>
          <a:xfrm>
            <a:off x="691055" y="4016934"/>
            <a:ext cx="5400780" cy="120032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Internet of Things ( IoT)</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Raspberry Pi und µC</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Smart Homes durch KNX Installation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095" name="Google Shape;1095;p58"/>
          <p:cNvSpPr txBox="1"/>
          <p:nvPr/>
        </p:nvSpPr>
        <p:spPr>
          <a:xfrm>
            <a:off x="432262" y="3254934"/>
            <a:ext cx="3431082"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Anwendungsbereiche:</a:t>
            </a:r>
            <a:endPar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93"/>
                                        </p:tgtEl>
                                        <p:attrNameLst>
                                          <p:attrName>style.visibility</p:attrName>
                                        </p:attrNameLst>
                                      </p:cBhvr>
                                      <p:to>
                                        <p:strVal val="visible"/>
                                      </p:to>
                                    </p:set>
                                    <p:animEffect transition="in" filter="fade">
                                      <p:cBhvr>
                                        <p:cTn id="7" dur="500"/>
                                        <p:tgtEl>
                                          <p:spTgt spid="109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95"/>
                                        </p:tgtEl>
                                        <p:attrNameLst>
                                          <p:attrName>style.visibility</p:attrName>
                                        </p:attrNameLst>
                                      </p:cBhvr>
                                      <p:to>
                                        <p:strVal val="visible"/>
                                      </p:to>
                                    </p:set>
                                    <p:animEffect transition="in" filter="fade">
                                      <p:cBhvr>
                                        <p:cTn id="12" dur="500"/>
                                        <p:tgtEl>
                                          <p:spTgt spid="10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94"/>
                                        </p:tgtEl>
                                        <p:attrNameLst>
                                          <p:attrName>style.visibility</p:attrName>
                                        </p:attrNameLst>
                                      </p:cBhvr>
                                      <p:to>
                                        <p:strVal val="visible"/>
                                      </p:to>
                                    </p:set>
                                    <p:animEffect transition="in" filter="fade">
                                      <p:cBhvr>
                                        <p:cTn id="17" dur="500"/>
                                        <p:tgtEl>
                                          <p:spTgt spid="10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099" name="Shape 1099"/>
        <p:cNvGrpSpPr/>
        <p:nvPr/>
      </p:nvGrpSpPr>
      <p:grpSpPr>
        <a:xfrm>
          <a:off x="0" y="0"/>
          <a:ext cx="0" cy="0"/>
          <a:chOff x="0" y="0"/>
          <a:chExt cx="0" cy="0"/>
        </a:xfrm>
      </p:grpSpPr>
      <p:grpSp>
        <p:nvGrpSpPr>
          <p:cNvPr id="1100" name="Google Shape;1100;p59"/>
          <p:cNvGrpSpPr/>
          <p:nvPr/>
        </p:nvGrpSpPr>
        <p:grpSpPr>
          <a:xfrm>
            <a:off x="9206969" y="2963333"/>
            <a:ext cx="2981858" cy="3208867"/>
            <a:chOff x="9206969" y="2963333"/>
            <a:chExt cx="2981858" cy="3208867"/>
          </a:xfrm>
        </p:grpSpPr>
        <p:cxnSp>
          <p:nvCxnSpPr>
            <p:cNvPr id="1101" name="Google Shape;1101;p59"/>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102" name="Google Shape;1102;p59"/>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103" name="Google Shape;1103;p59"/>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104" name="Google Shape;1104;p59"/>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105" name="Google Shape;1105;p59"/>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106" name="Google Shape;1106;p59"/>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107" name="Google Shape;1107;p59"/>
          <p:cNvPicPr preferRelativeResize="0"/>
          <p:nvPr/>
        </p:nvPicPr>
        <p:blipFill rotWithShape="1">
          <a:blip r:embed="rId1">
            <a:alphaModFix amt="15000"/>
          </a:blip>
          <a:srcRect t="2174"/>
          <a:stretch>
            <a:fillRect/>
          </a:stretch>
        </p:blipFill>
        <p:spPr>
          <a:xfrm>
            <a:off x="-22828" y="8477"/>
            <a:ext cx="12191980" cy="6857990"/>
          </a:xfrm>
          <a:prstGeom prst="rect">
            <a:avLst/>
          </a:prstGeom>
          <a:noFill/>
          <a:ln>
            <a:noFill/>
          </a:ln>
        </p:spPr>
      </p:pic>
      <p:sp>
        <p:nvSpPr>
          <p:cNvPr id="1108" name="Google Shape;1108;p59"/>
          <p:cNvSpPr txBox="1"/>
          <p:nvPr>
            <p:ph type="ctrTitle"/>
          </p:nvPr>
        </p:nvSpPr>
        <p:spPr>
          <a:xfrm>
            <a:off x="684212" y="176291"/>
            <a:ext cx="4359058" cy="1496629"/>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sz="3600"/>
              <a:t>INSTALLATION:</a:t>
            </a:r>
            <a:endParaRPr lang="de-DE" sz="3600"/>
          </a:p>
        </p:txBody>
      </p:sp>
      <p:sp>
        <p:nvSpPr>
          <p:cNvPr id="1109" name="Google Shape;1109;p59"/>
          <p:cNvSpPr txBox="1"/>
          <p:nvPr>
            <p:ph type="subTitle" idx="1"/>
          </p:nvPr>
        </p:nvSpPr>
        <p:spPr>
          <a:xfrm>
            <a:off x="684212" y="644047"/>
            <a:ext cx="7542757" cy="4022362"/>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1680"/>
              <a:buNone/>
            </a:pPr>
            <a:r>
              <a:rPr lang="de-DE">
                <a:solidFill>
                  <a:schemeClr val="lt1"/>
                </a:solidFill>
              </a:rPr>
              <a:t>Node-Red über Konsole lokal öffnen</a:t>
            </a:r>
            <a:endParaRPr lang="de-DE">
              <a:solidFill>
                <a:schemeClr val="lt1"/>
              </a:solidFill>
            </a:endParaRPr>
          </a:p>
          <a:p>
            <a:pPr marL="0" lvl="0" indent="0" algn="l" rtl="0">
              <a:spcBef>
                <a:spcPts val="1020"/>
              </a:spcBef>
              <a:spcAft>
                <a:spcPts val="0"/>
              </a:spcAft>
              <a:buSzPts val="1680"/>
              <a:buNone/>
            </a:pPr>
            <a:r>
              <a:rPr lang="de-DE">
                <a:solidFill>
                  <a:schemeClr val="lt1"/>
                </a:solidFill>
              </a:rPr>
              <a:t>Im Browser für die P-Oberfläche den Link:</a:t>
            </a:r>
            <a:endParaRPr lang="de-DE">
              <a:solidFill>
                <a:schemeClr val="lt1"/>
              </a:solidFill>
            </a:endParaRPr>
          </a:p>
          <a:p>
            <a:pPr marL="0" lvl="0" indent="0" algn="l" rtl="0">
              <a:spcBef>
                <a:spcPts val="1020"/>
              </a:spcBef>
              <a:spcAft>
                <a:spcPts val="0"/>
              </a:spcAft>
              <a:buSzPts val="1680"/>
              <a:buNone/>
            </a:pPr>
            <a:r>
              <a:rPr lang="de-DE">
                <a:solidFill>
                  <a:schemeClr val="lt1"/>
                </a:solidFill>
              </a:rPr>
              <a:t>http://&lt;IPAdresse&gt;:1880</a:t>
            </a:r>
            <a:endParaRPr lang="de-DE">
              <a:solidFill>
                <a:schemeClr val="lt1"/>
              </a:solidFill>
            </a:endParaRPr>
          </a:p>
          <a:p>
            <a:pPr marL="0" lvl="0" indent="0" algn="l" rtl="0">
              <a:spcBef>
                <a:spcPts val="1020"/>
              </a:spcBef>
              <a:spcAft>
                <a:spcPts val="0"/>
              </a:spcAft>
              <a:buSzPts val="1680"/>
              <a:buNone/>
            </a:pPr>
            <a:r>
              <a:rPr lang="de-DE">
                <a:solidFill>
                  <a:schemeClr val="lt1"/>
                </a:solidFill>
              </a:rPr>
              <a:t>Dashboard: http://&lt;IPAdresse&gt;:1880/ui</a:t>
            </a:r>
            <a:endParaRPr lang="de-DE">
              <a:solidFill>
                <a:schemeClr val="lt1"/>
              </a:solidFill>
            </a:endParaRPr>
          </a:p>
          <a:p>
            <a:pPr marL="0" lvl="0" indent="0" algn="l" rtl="0">
              <a:spcBef>
                <a:spcPts val="1020"/>
              </a:spcBef>
              <a:spcAft>
                <a:spcPts val="0"/>
              </a:spcAft>
              <a:buSzPts val="1680"/>
              <a:buFont typeface="Noto Sans Symbols"/>
              <a:buNone/>
            </a:pPr>
          </a:p>
        </p:txBody>
      </p:sp>
      <p:sp>
        <p:nvSpPr>
          <p:cNvPr id="1110" name="Google Shape;1110;p59"/>
          <p:cNvSpPr txBox="1"/>
          <p:nvPr>
            <p:ph type="sldNum" idx="12"/>
          </p:nvPr>
        </p:nvSpPr>
        <p:spPr>
          <a:xfrm>
            <a:off x="11056815" y="6252552"/>
            <a:ext cx="1142245" cy="669925"/>
          </a:xfrm>
          <a:prstGeom prst="rect">
            <a:avLst/>
          </a:prstGeom>
          <a:noFill/>
          <a:ln>
            <a:noFill/>
          </a:ln>
        </p:spPr>
        <p:txBody>
          <a:bodyPr spcFirstLastPara="1" wrap="square" lIns="91425" tIns="45700" rIns="91425" bIns="45700" anchor="b" anchorCtr="0">
            <a:norm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grpSp>
        <p:nvGrpSpPr>
          <p:cNvPr id="1111" name="Google Shape;1111;p59"/>
          <p:cNvGrpSpPr/>
          <p:nvPr/>
        </p:nvGrpSpPr>
        <p:grpSpPr>
          <a:xfrm>
            <a:off x="9206969" y="2963333"/>
            <a:ext cx="2981858" cy="3208867"/>
            <a:chOff x="9206969" y="2963333"/>
            <a:chExt cx="2981858" cy="3208867"/>
          </a:xfrm>
        </p:grpSpPr>
        <p:cxnSp>
          <p:nvCxnSpPr>
            <p:cNvPr id="1112" name="Google Shape;1112;p59"/>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113" name="Google Shape;1113;p59"/>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114" name="Google Shape;1114;p59"/>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115" name="Google Shape;1115;p59"/>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116" name="Google Shape;1116;p59"/>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pic>
        <p:nvPicPr>
          <p:cNvPr id="1117" name="Google Shape;1117;p59"/>
          <p:cNvPicPr preferRelativeResize="0"/>
          <p:nvPr/>
        </p:nvPicPr>
        <p:blipFill rotWithShape="1">
          <a:blip r:embed="rId2"/>
          <a:srcRect/>
          <a:stretch>
            <a:fillRect/>
          </a:stretch>
        </p:blipFill>
        <p:spPr>
          <a:xfrm>
            <a:off x="4453362" y="3425016"/>
            <a:ext cx="5977743" cy="311455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7"/>
                                        </p:tgtEl>
                                        <p:attrNameLst>
                                          <p:attrName>style.visibility</p:attrName>
                                        </p:attrNameLst>
                                      </p:cBhvr>
                                      <p:to>
                                        <p:strVal val="visible"/>
                                      </p:to>
                                    </p:set>
                                    <p:animEffect transition="in" filter="fade">
                                      <p:cBhvr>
                                        <p:cTn id="7" dur="500"/>
                                        <p:tgtEl>
                                          <p:spTgt spid="1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121" name="Shape 1121"/>
        <p:cNvGrpSpPr/>
        <p:nvPr/>
      </p:nvGrpSpPr>
      <p:grpSpPr>
        <a:xfrm>
          <a:off x="0" y="0"/>
          <a:ext cx="0" cy="0"/>
          <a:chOff x="0" y="0"/>
          <a:chExt cx="0" cy="0"/>
        </a:xfrm>
      </p:grpSpPr>
      <p:grpSp>
        <p:nvGrpSpPr>
          <p:cNvPr id="1122" name="Google Shape;1122;p60"/>
          <p:cNvGrpSpPr/>
          <p:nvPr/>
        </p:nvGrpSpPr>
        <p:grpSpPr>
          <a:xfrm>
            <a:off x="9206969" y="2963333"/>
            <a:ext cx="2981858" cy="3208867"/>
            <a:chOff x="9206969" y="2963333"/>
            <a:chExt cx="2981858" cy="3208867"/>
          </a:xfrm>
        </p:grpSpPr>
        <p:cxnSp>
          <p:nvCxnSpPr>
            <p:cNvPr id="1123" name="Google Shape;1123;p60"/>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124" name="Google Shape;1124;p60"/>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125" name="Google Shape;1125;p60"/>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126" name="Google Shape;1126;p60"/>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127" name="Google Shape;1127;p60"/>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128" name="Google Shape;1128;p60"/>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129" name="Google Shape;1129;p60"/>
          <p:cNvPicPr preferRelativeResize="0"/>
          <p:nvPr/>
        </p:nvPicPr>
        <p:blipFill rotWithShape="1">
          <a:blip r:embed="rId1">
            <a:alphaModFix amt="15000"/>
          </a:blip>
          <a:srcRect t="2174"/>
          <a:stretch>
            <a:fillRect/>
          </a:stretch>
        </p:blipFill>
        <p:spPr>
          <a:xfrm>
            <a:off x="-24560" y="10"/>
            <a:ext cx="12191980" cy="6857990"/>
          </a:xfrm>
          <a:prstGeom prst="rect">
            <a:avLst/>
          </a:prstGeom>
          <a:noFill/>
          <a:ln>
            <a:noFill/>
          </a:ln>
        </p:spPr>
      </p:pic>
      <p:sp>
        <p:nvSpPr>
          <p:cNvPr id="1130" name="Google Shape;1130;p60"/>
          <p:cNvSpPr txBox="1"/>
          <p:nvPr>
            <p:ph type="title"/>
          </p:nvPr>
        </p:nvSpPr>
        <p:spPr>
          <a:xfrm>
            <a:off x="667825" y="480687"/>
            <a:ext cx="8182078" cy="123668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2800"/>
              <a:buFont typeface="Century Gothic" panose="020B0502020202020204"/>
              <a:buNone/>
            </a:pPr>
            <a:r>
              <a:rPr lang="de-DE"/>
              <a:t>NODE-RED OBERFLÄCHE</a:t>
            </a:r>
            <a:endParaRPr lang="de-DE"/>
          </a:p>
        </p:txBody>
      </p:sp>
      <p:sp>
        <p:nvSpPr>
          <p:cNvPr id="1131" name="Google Shape;1131;p60"/>
          <p:cNvSpPr txBox="1"/>
          <p:nvPr>
            <p:ph type="body" idx="1"/>
          </p:nvPr>
        </p:nvSpPr>
        <p:spPr>
          <a:xfrm>
            <a:off x="6649115" y="3569929"/>
            <a:ext cx="4109884" cy="2386235"/>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440"/>
              <a:buFont typeface="Arial" panose="020B0604020202090204"/>
              <a:buChar char="•"/>
            </a:pPr>
            <a:r>
              <a:rPr lang="de-DE">
                <a:solidFill>
                  <a:schemeClr val="lt1"/>
                </a:solidFill>
              </a:rPr>
              <a:t>1- Menüleiste</a:t>
            </a:r>
            <a:endParaRPr lang="de-DE">
              <a:solidFill>
                <a:schemeClr val="lt1"/>
              </a:solidFill>
            </a:endParaRPr>
          </a:p>
          <a:p>
            <a:pPr marL="285750" lvl="0" indent="-285750" algn="l" rtl="0">
              <a:spcBef>
                <a:spcPts val="960"/>
              </a:spcBef>
              <a:spcAft>
                <a:spcPts val="0"/>
              </a:spcAft>
              <a:buClr>
                <a:srgbClr val="FFFFFF"/>
              </a:buClr>
              <a:buSzPts val="1440"/>
              <a:buFont typeface="Arial" panose="020B0604020202090204"/>
              <a:buChar char="•"/>
            </a:pPr>
            <a:r>
              <a:rPr lang="de-DE">
                <a:solidFill>
                  <a:schemeClr val="lt1"/>
                </a:solidFill>
              </a:rPr>
              <a:t>2- Palette mit Nodes</a:t>
            </a:r>
            <a:endParaRPr lang="de-DE">
              <a:solidFill>
                <a:schemeClr val="lt1"/>
              </a:solidFill>
            </a:endParaRPr>
          </a:p>
          <a:p>
            <a:pPr marL="285750" lvl="0" indent="-285750" algn="l" rtl="0">
              <a:spcBef>
                <a:spcPts val="960"/>
              </a:spcBef>
              <a:spcAft>
                <a:spcPts val="0"/>
              </a:spcAft>
              <a:buClr>
                <a:srgbClr val="FFFFFF"/>
              </a:buClr>
              <a:buSzPts val="1440"/>
              <a:buFont typeface="Arial" panose="020B0604020202090204"/>
              <a:buChar char="•"/>
            </a:pPr>
            <a:r>
              <a:rPr lang="de-DE">
                <a:solidFill>
                  <a:schemeClr val="lt1"/>
                </a:solidFill>
              </a:rPr>
              <a:t>3- Flow Bereich</a:t>
            </a:r>
            <a:endParaRPr>
              <a:solidFill>
                <a:schemeClr val="lt1"/>
              </a:solidFill>
            </a:endParaRPr>
          </a:p>
          <a:p>
            <a:pPr marL="285750" lvl="0" indent="-285750" algn="l" rtl="0">
              <a:spcBef>
                <a:spcPts val="960"/>
              </a:spcBef>
              <a:spcAft>
                <a:spcPts val="0"/>
              </a:spcAft>
              <a:buClr>
                <a:srgbClr val="FFFFFF"/>
              </a:buClr>
              <a:buSzPts val="1440"/>
              <a:buFont typeface="Arial" panose="020B0604020202090204"/>
              <a:buChar char="•"/>
            </a:pPr>
            <a:r>
              <a:rPr lang="de-DE">
                <a:solidFill>
                  <a:schemeClr val="lt1"/>
                </a:solidFill>
              </a:rPr>
              <a:t>4- Seitenleiste z.B.: Info,      </a:t>
            </a:r>
            <a:endParaRPr>
              <a:solidFill>
                <a:schemeClr val="lt1"/>
              </a:solidFill>
            </a:endParaRPr>
          </a:p>
          <a:p>
            <a:pPr marL="0" lvl="0" indent="0" algn="l" rtl="0">
              <a:spcBef>
                <a:spcPts val="960"/>
              </a:spcBef>
              <a:spcAft>
                <a:spcPts val="0"/>
              </a:spcAft>
              <a:buClr>
                <a:srgbClr val="FFFFFF"/>
              </a:buClr>
              <a:buSzPts val="1440"/>
              <a:buNone/>
            </a:pPr>
            <a:r>
              <a:rPr lang="de-DE">
                <a:solidFill>
                  <a:schemeClr val="lt1"/>
                </a:solidFill>
              </a:rPr>
              <a:t>         Debug-Meldungen</a:t>
            </a:r>
            <a:endParaRPr lang="de-DE">
              <a:solidFill>
                <a:schemeClr val="lt1"/>
              </a:solidFill>
            </a:endParaRPr>
          </a:p>
        </p:txBody>
      </p:sp>
      <p:sp>
        <p:nvSpPr>
          <p:cNvPr id="1132" name="Google Shape;1132;p60"/>
          <p:cNvSpPr txBox="1"/>
          <p:nvPr>
            <p:ph type="sldNum" idx="12"/>
          </p:nvPr>
        </p:nvSpPr>
        <p:spPr>
          <a:xfrm>
            <a:off x="11047046" y="6252552"/>
            <a:ext cx="1142245" cy="669925"/>
          </a:xfrm>
          <a:prstGeom prst="rect">
            <a:avLst/>
          </a:prstGeom>
          <a:noFill/>
          <a:ln>
            <a:noFill/>
          </a:ln>
        </p:spPr>
        <p:txBody>
          <a:bodyPr spcFirstLastPara="1" wrap="square" lIns="91425" tIns="45700" rIns="91425" bIns="45700" anchor="b" anchorCtr="0">
            <a:norm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grpSp>
        <p:nvGrpSpPr>
          <p:cNvPr id="1133" name="Google Shape;1133;p60"/>
          <p:cNvGrpSpPr/>
          <p:nvPr/>
        </p:nvGrpSpPr>
        <p:grpSpPr>
          <a:xfrm>
            <a:off x="9206969" y="2963333"/>
            <a:ext cx="2981858" cy="3208867"/>
            <a:chOff x="9206969" y="2963333"/>
            <a:chExt cx="2981858" cy="3208867"/>
          </a:xfrm>
        </p:grpSpPr>
        <p:cxnSp>
          <p:nvCxnSpPr>
            <p:cNvPr id="1134" name="Google Shape;1134;p60"/>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135" name="Google Shape;1135;p60"/>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136" name="Google Shape;1136;p60"/>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137" name="Google Shape;1137;p60"/>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138" name="Google Shape;1138;p60"/>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pic>
        <p:nvPicPr>
          <p:cNvPr id="1139" name="Google Shape;1139;p60" descr="Ein Bild, das Tisch enthält.&#10;&#10;Beschreibung automatisch generiert."/>
          <p:cNvPicPr preferRelativeResize="0"/>
          <p:nvPr/>
        </p:nvPicPr>
        <p:blipFill rotWithShape="1">
          <a:blip r:embed="rId2"/>
          <a:srcRect/>
          <a:stretch>
            <a:fillRect/>
          </a:stretch>
        </p:blipFill>
        <p:spPr>
          <a:xfrm>
            <a:off x="521110" y="1944632"/>
            <a:ext cx="5783006" cy="3763511"/>
          </a:xfrm>
          <a:prstGeom prst="rect">
            <a:avLst/>
          </a:prstGeom>
          <a:noFill/>
          <a:ln>
            <a:noFill/>
          </a:ln>
        </p:spPr>
      </p:pic>
      <p:pic>
        <p:nvPicPr>
          <p:cNvPr id="1140" name="Google Shape;1140;p60"/>
          <p:cNvPicPr preferRelativeResize="0"/>
          <p:nvPr/>
        </p:nvPicPr>
        <p:blipFill rotWithShape="1">
          <a:blip r:embed="rId3"/>
          <a:srcRect/>
          <a:stretch>
            <a:fillRect/>
          </a:stretch>
        </p:blipFill>
        <p:spPr>
          <a:xfrm>
            <a:off x="6649884" y="1102119"/>
            <a:ext cx="4840748" cy="243330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40"/>
                                        </p:tgtEl>
                                        <p:attrNameLst>
                                          <p:attrName>style.visibility</p:attrName>
                                        </p:attrNameLst>
                                      </p:cBhvr>
                                      <p:to>
                                        <p:strVal val="visible"/>
                                      </p:to>
                                    </p:set>
                                    <p:animEffect transition="in" filter="fade">
                                      <p:cBhvr>
                                        <p:cTn id="11" dur="500"/>
                                        <p:tgtEl>
                                          <p:spTgt spid="114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31"/>
                                        </p:tgtEl>
                                        <p:attrNameLst>
                                          <p:attrName>style.visibility</p:attrName>
                                        </p:attrNameLst>
                                      </p:cBhvr>
                                      <p:to>
                                        <p:strVal val="visible"/>
                                      </p:to>
                                    </p:set>
                                    <p:animEffect transition="in" filter="fade">
                                      <p:cBhvr>
                                        <p:cTn id="16" dur="500"/>
                                        <p:tgtEl>
                                          <p:spTgt spid="1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144" name="Shape 1144"/>
        <p:cNvGrpSpPr/>
        <p:nvPr/>
      </p:nvGrpSpPr>
      <p:grpSpPr>
        <a:xfrm>
          <a:off x="0" y="0"/>
          <a:ext cx="0" cy="0"/>
          <a:chOff x="0" y="0"/>
          <a:chExt cx="0" cy="0"/>
        </a:xfrm>
      </p:grpSpPr>
      <p:grpSp>
        <p:nvGrpSpPr>
          <p:cNvPr id="1145" name="Google Shape;1145;p61"/>
          <p:cNvGrpSpPr/>
          <p:nvPr/>
        </p:nvGrpSpPr>
        <p:grpSpPr>
          <a:xfrm>
            <a:off x="9206969" y="2963333"/>
            <a:ext cx="2981858" cy="3208867"/>
            <a:chOff x="9206969" y="2963333"/>
            <a:chExt cx="2981858" cy="3208867"/>
          </a:xfrm>
        </p:grpSpPr>
        <p:cxnSp>
          <p:nvCxnSpPr>
            <p:cNvPr id="1146" name="Google Shape;1146;p61"/>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147" name="Google Shape;1147;p61"/>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148" name="Google Shape;1148;p61"/>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149" name="Google Shape;1149;p61"/>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150" name="Google Shape;1150;p61"/>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151" name="Google Shape;1151;p61"/>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152" name="Google Shape;1152;p61"/>
          <p:cNvPicPr preferRelativeResize="0"/>
          <p:nvPr/>
        </p:nvPicPr>
        <p:blipFill rotWithShape="1">
          <a:blip r:embed="rId1">
            <a:alphaModFix amt="15000"/>
          </a:blip>
          <a:srcRect t="2174"/>
          <a:stretch>
            <a:fillRect/>
          </a:stretch>
        </p:blipFill>
        <p:spPr>
          <a:xfrm>
            <a:off x="-24560" y="10"/>
            <a:ext cx="12191980" cy="6857990"/>
          </a:xfrm>
          <a:prstGeom prst="rect">
            <a:avLst/>
          </a:prstGeom>
          <a:noFill/>
          <a:ln>
            <a:noFill/>
          </a:ln>
        </p:spPr>
      </p:pic>
      <p:sp>
        <p:nvSpPr>
          <p:cNvPr id="1153" name="Google Shape;1153;p61"/>
          <p:cNvSpPr txBox="1"/>
          <p:nvPr>
            <p:ph type="title"/>
          </p:nvPr>
        </p:nvSpPr>
        <p:spPr>
          <a:xfrm>
            <a:off x="1290535" y="234881"/>
            <a:ext cx="8182078" cy="123668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2800"/>
              <a:buFont typeface="Century Gothic" panose="020B0502020202020204"/>
              <a:buNone/>
            </a:pPr>
            <a:r>
              <a:rPr lang="de-DE"/>
              <a:t>NODE-RED FEATURES</a:t>
            </a:r>
            <a:endParaRPr lang="de-DE"/>
          </a:p>
        </p:txBody>
      </p:sp>
      <p:sp>
        <p:nvSpPr>
          <p:cNvPr id="1154" name="Google Shape;1154;p61"/>
          <p:cNvSpPr txBox="1"/>
          <p:nvPr>
            <p:ph type="body" idx="1"/>
          </p:nvPr>
        </p:nvSpPr>
        <p:spPr>
          <a:xfrm>
            <a:off x="7779825" y="2365477"/>
            <a:ext cx="4109884" cy="2386235"/>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440"/>
              <a:buFont typeface="Arial" panose="020B0604020202090204"/>
              <a:buChar char="•"/>
            </a:pPr>
            <a:r>
              <a:rPr lang="de-DE">
                <a:solidFill>
                  <a:schemeClr val="lt1"/>
                </a:solidFill>
              </a:rPr>
              <a:t>Buttons und Schalter</a:t>
            </a:r>
            <a:endParaRPr lang="de-DE">
              <a:solidFill>
                <a:schemeClr val="lt1"/>
              </a:solidFill>
            </a:endParaRPr>
          </a:p>
          <a:p>
            <a:pPr marL="285750" lvl="0" indent="-285750" algn="l" rtl="0">
              <a:spcBef>
                <a:spcPts val="960"/>
              </a:spcBef>
              <a:spcAft>
                <a:spcPts val="0"/>
              </a:spcAft>
              <a:buClr>
                <a:srgbClr val="FFFFFF"/>
              </a:buClr>
              <a:buSzPts val="1440"/>
              <a:buFont typeface="Arial" panose="020B0604020202090204"/>
              <a:buChar char="•"/>
            </a:pPr>
            <a:r>
              <a:rPr lang="de-DE">
                <a:solidFill>
                  <a:schemeClr val="lt1"/>
                </a:solidFill>
              </a:rPr>
              <a:t>Gauge </a:t>
            </a:r>
            <a:endParaRPr lang="de-DE">
              <a:solidFill>
                <a:schemeClr val="lt1"/>
              </a:solidFill>
            </a:endParaRPr>
          </a:p>
          <a:p>
            <a:pPr marL="285750" lvl="0" indent="-285750" algn="l" rtl="0">
              <a:spcBef>
                <a:spcPts val="960"/>
              </a:spcBef>
              <a:spcAft>
                <a:spcPts val="0"/>
              </a:spcAft>
              <a:buClr>
                <a:srgbClr val="FFFFFF"/>
              </a:buClr>
              <a:buSzPts val="1440"/>
              <a:buFont typeface="Arial" panose="020B0604020202090204"/>
              <a:buChar char="•"/>
            </a:pPr>
            <a:r>
              <a:rPr lang="de-DE">
                <a:solidFill>
                  <a:schemeClr val="lt1"/>
                </a:solidFill>
              </a:rPr>
              <a:t>Charts</a:t>
            </a:r>
            <a:endParaRPr lang="de-DE">
              <a:solidFill>
                <a:schemeClr val="lt1"/>
              </a:solidFill>
            </a:endParaRPr>
          </a:p>
          <a:p>
            <a:pPr marL="285750" lvl="0" indent="-285750" algn="l" rtl="0">
              <a:spcBef>
                <a:spcPts val="960"/>
              </a:spcBef>
              <a:spcAft>
                <a:spcPts val="0"/>
              </a:spcAft>
              <a:buClr>
                <a:srgbClr val="FFFFFF"/>
              </a:buClr>
              <a:buSzPts val="1440"/>
              <a:buFont typeface="Arial" panose="020B0604020202090204"/>
              <a:buChar char="•"/>
            </a:pPr>
            <a:r>
              <a:rPr lang="de-DE">
                <a:solidFill>
                  <a:schemeClr val="lt1"/>
                </a:solidFill>
              </a:rPr>
              <a:t>Slider</a:t>
            </a:r>
            <a:endParaRPr lang="de-DE">
              <a:solidFill>
                <a:schemeClr val="lt1"/>
              </a:solidFill>
            </a:endParaRPr>
          </a:p>
          <a:p>
            <a:pPr marL="285750" lvl="0" indent="-194310" algn="l" rtl="0">
              <a:spcBef>
                <a:spcPts val="960"/>
              </a:spcBef>
              <a:spcAft>
                <a:spcPts val="0"/>
              </a:spcAft>
              <a:buClr>
                <a:srgbClr val="FFFFFF"/>
              </a:buClr>
              <a:buSzPts val="1440"/>
              <a:buFont typeface="Arial" panose="020B0604020202090204"/>
              <a:buNone/>
            </a:pPr>
            <a:endParaRPr>
              <a:solidFill>
                <a:schemeClr val="lt1"/>
              </a:solidFill>
            </a:endParaRPr>
          </a:p>
        </p:txBody>
      </p:sp>
      <p:sp>
        <p:nvSpPr>
          <p:cNvPr id="1155" name="Google Shape;1155;p61"/>
          <p:cNvSpPr txBox="1"/>
          <p:nvPr>
            <p:ph type="sldNum" idx="12"/>
          </p:nvPr>
        </p:nvSpPr>
        <p:spPr>
          <a:xfrm>
            <a:off x="11056815" y="6242783"/>
            <a:ext cx="1142245" cy="669925"/>
          </a:xfrm>
          <a:prstGeom prst="rect">
            <a:avLst/>
          </a:prstGeom>
          <a:noFill/>
          <a:ln>
            <a:noFill/>
          </a:ln>
        </p:spPr>
        <p:txBody>
          <a:bodyPr spcFirstLastPara="1" wrap="square" lIns="91425" tIns="45700" rIns="91425" bIns="45700" anchor="b" anchorCtr="0">
            <a:normAutofit/>
          </a:bodyPr>
          <a:lstStyle/>
          <a:p>
            <a:pPr marL="0" lvl="0" indent="0" algn="r" rtl="0">
              <a:spcBef>
                <a:spcPts val="0"/>
              </a:spcBef>
              <a:spcAft>
                <a:spcPts val="0"/>
              </a:spcAft>
              <a:buNone/>
            </a:pPr>
            <a:fld id="{00000000-1234-1234-1234-123412341234}" type="slidenum">
              <a:rPr lang="de-DE">
                <a:solidFill>
                  <a:schemeClr val="accent1"/>
                </a:solidFill>
              </a:rPr>
            </a:fld>
            <a:endParaRPr>
              <a:solidFill>
                <a:schemeClr val="accent1"/>
              </a:solidFill>
            </a:endParaRPr>
          </a:p>
        </p:txBody>
      </p:sp>
      <p:grpSp>
        <p:nvGrpSpPr>
          <p:cNvPr id="1156" name="Google Shape;1156;p61"/>
          <p:cNvGrpSpPr/>
          <p:nvPr/>
        </p:nvGrpSpPr>
        <p:grpSpPr>
          <a:xfrm>
            <a:off x="9206969" y="2963333"/>
            <a:ext cx="2981858" cy="3208867"/>
            <a:chOff x="9206969" y="2963333"/>
            <a:chExt cx="2981858" cy="3208867"/>
          </a:xfrm>
        </p:grpSpPr>
        <p:cxnSp>
          <p:nvCxnSpPr>
            <p:cNvPr id="1157" name="Google Shape;1157;p61"/>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158" name="Google Shape;1158;p61"/>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159" name="Google Shape;1159;p61"/>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160" name="Google Shape;1160;p61"/>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161" name="Google Shape;1161;p61"/>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pic>
        <p:nvPicPr>
          <p:cNvPr id="1162" name="Google Shape;1162;p61"/>
          <p:cNvPicPr preferRelativeResize="0"/>
          <p:nvPr/>
        </p:nvPicPr>
        <p:blipFill rotWithShape="1">
          <a:blip r:embed="rId2"/>
          <a:srcRect/>
          <a:stretch>
            <a:fillRect/>
          </a:stretch>
        </p:blipFill>
        <p:spPr>
          <a:xfrm>
            <a:off x="730769" y="1433773"/>
            <a:ext cx="6246388" cy="3990730"/>
          </a:xfrm>
          <a:prstGeom prst="rect">
            <a:avLst/>
          </a:prstGeom>
          <a:noFill/>
          <a:ln>
            <a:noFill/>
          </a:ln>
        </p:spPr>
      </p:pic>
      <p:sp>
        <p:nvSpPr>
          <p:cNvPr id="1163" name="Google Shape;1163;p61"/>
          <p:cNvSpPr txBox="1"/>
          <p:nvPr/>
        </p:nvSpPr>
        <p:spPr>
          <a:xfrm>
            <a:off x="865239" y="6166465"/>
            <a:ext cx="407055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200">
                <a:solidFill>
                  <a:schemeClr val="lt1"/>
                </a:solidFill>
                <a:latin typeface="Century Gothic" panose="020B0502020202020204"/>
                <a:ea typeface="Century Gothic" panose="020B0502020202020204"/>
                <a:cs typeface="Century Gothic" panose="020B0502020202020204"/>
                <a:sym typeface="Century Gothic" panose="020B0502020202020204"/>
              </a:rPr>
              <a:t>https://community.openenergymonitor.org/t/node-red-weather-services-and-dashboards/2841/14</a:t>
            </a:r>
            <a:endParaRPr lang="de-DE" sz="12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4"/>
                                        </p:tgtEl>
                                        <p:attrNameLst>
                                          <p:attrName>style.visibility</p:attrName>
                                        </p:attrNameLst>
                                      </p:cBhvr>
                                      <p:to>
                                        <p:strVal val="visible"/>
                                      </p:to>
                                    </p:set>
                                    <p:animEffect transition="in" filter="fade">
                                      <p:cBhvr>
                                        <p:cTn id="7" dur="500"/>
                                        <p:tgtEl>
                                          <p:spTgt spid="1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167" name="Shape 1167"/>
        <p:cNvGrpSpPr/>
        <p:nvPr/>
      </p:nvGrpSpPr>
      <p:grpSpPr>
        <a:xfrm>
          <a:off x="0" y="0"/>
          <a:ext cx="0" cy="0"/>
          <a:chOff x="0" y="0"/>
          <a:chExt cx="0" cy="0"/>
        </a:xfrm>
      </p:grpSpPr>
      <p:grpSp>
        <p:nvGrpSpPr>
          <p:cNvPr id="1168" name="Google Shape;1168;p62"/>
          <p:cNvGrpSpPr/>
          <p:nvPr/>
        </p:nvGrpSpPr>
        <p:grpSpPr>
          <a:xfrm>
            <a:off x="9206969" y="2963333"/>
            <a:ext cx="2981858" cy="3208867"/>
            <a:chOff x="9206969" y="2963333"/>
            <a:chExt cx="2981858" cy="3208867"/>
          </a:xfrm>
        </p:grpSpPr>
        <p:cxnSp>
          <p:nvCxnSpPr>
            <p:cNvPr id="1169" name="Google Shape;1169;p62"/>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170" name="Google Shape;1170;p62"/>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171" name="Google Shape;1171;p62"/>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172" name="Google Shape;1172;p62"/>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173" name="Google Shape;1173;p62"/>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174" name="Google Shape;1174;p62"/>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175" name="Google Shape;1175;p62"/>
          <p:cNvPicPr preferRelativeResize="0"/>
          <p:nvPr/>
        </p:nvPicPr>
        <p:blipFill rotWithShape="1">
          <a:blip r:embed="rId1">
            <a:alphaModFix amt="15000"/>
          </a:blip>
          <a:srcRect t="2174"/>
          <a:stretch>
            <a:fillRect/>
          </a:stretch>
        </p:blipFill>
        <p:spPr>
          <a:xfrm>
            <a:off x="20" y="10"/>
            <a:ext cx="12191980" cy="6857990"/>
          </a:xfrm>
          <a:prstGeom prst="rect">
            <a:avLst/>
          </a:prstGeom>
          <a:noFill/>
          <a:ln>
            <a:noFill/>
          </a:ln>
        </p:spPr>
      </p:pic>
      <p:sp>
        <p:nvSpPr>
          <p:cNvPr id="1176" name="Google Shape;1176;p62"/>
          <p:cNvSpPr txBox="1"/>
          <p:nvPr>
            <p:ph type="title"/>
          </p:nvPr>
        </p:nvSpPr>
        <p:spPr>
          <a:xfrm>
            <a:off x="635051" y="79204"/>
            <a:ext cx="7026788" cy="163816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200"/>
              <a:buFont typeface="Century Gothic" panose="020B0502020202020204"/>
              <a:buNone/>
            </a:pPr>
            <a:r>
              <a:rPr lang="de-DE" sz="3200"/>
              <a:t>VERBINDUNG MIT TIA-PORTAL</a:t>
            </a:r>
            <a:endParaRPr lang="de-DE" sz="3200"/>
          </a:p>
        </p:txBody>
      </p:sp>
      <p:grpSp>
        <p:nvGrpSpPr>
          <p:cNvPr id="1177" name="Google Shape;1177;p62"/>
          <p:cNvGrpSpPr/>
          <p:nvPr/>
        </p:nvGrpSpPr>
        <p:grpSpPr>
          <a:xfrm>
            <a:off x="9206969" y="2963333"/>
            <a:ext cx="2981858" cy="3208867"/>
            <a:chOff x="9206969" y="2963333"/>
            <a:chExt cx="2981858" cy="3208867"/>
          </a:xfrm>
        </p:grpSpPr>
        <p:cxnSp>
          <p:nvCxnSpPr>
            <p:cNvPr id="1178" name="Google Shape;1178;p62"/>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179" name="Google Shape;1179;p62"/>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180" name="Google Shape;1180;p62"/>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181" name="Google Shape;1181;p62"/>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182" name="Google Shape;1182;p62"/>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cxnSp>
        <p:nvCxnSpPr>
          <p:cNvPr id="1183" name="Google Shape;1183;p62"/>
          <p:cNvCxnSpPr/>
          <p:nvPr/>
        </p:nvCxnSpPr>
        <p:spPr>
          <a:xfrm>
            <a:off x="9653637" y="1595284"/>
            <a:ext cx="991417" cy="8195"/>
          </a:xfrm>
          <a:prstGeom prst="straightConnector1">
            <a:avLst/>
          </a:prstGeom>
          <a:noFill/>
          <a:ln w="15875" cap="rnd" cmpd="sng">
            <a:solidFill>
              <a:schemeClr val="dk1"/>
            </a:solidFill>
            <a:prstDash val="solid"/>
            <a:round/>
            <a:headEnd type="none" w="sm" len="sm"/>
            <a:tailEnd type="none" w="sm" len="sm"/>
          </a:ln>
        </p:spPr>
      </p:cxnSp>
      <p:cxnSp>
        <p:nvCxnSpPr>
          <p:cNvPr id="1184" name="Google Shape;1184;p62"/>
          <p:cNvCxnSpPr/>
          <p:nvPr/>
        </p:nvCxnSpPr>
        <p:spPr>
          <a:xfrm rot="10800000" flipH="1">
            <a:off x="6846836" y="1598870"/>
            <a:ext cx="893096" cy="8192"/>
          </a:xfrm>
          <a:prstGeom prst="straightConnector1">
            <a:avLst/>
          </a:prstGeom>
          <a:noFill/>
          <a:ln w="15875" cap="rnd" cmpd="sng">
            <a:solidFill>
              <a:schemeClr val="dk1"/>
            </a:solidFill>
            <a:prstDash val="solid"/>
            <a:round/>
            <a:headEnd type="none" w="sm" len="sm"/>
            <a:tailEnd type="none" w="sm" len="sm"/>
          </a:ln>
        </p:spPr>
      </p:cxnSp>
      <p:sp>
        <p:nvSpPr>
          <p:cNvPr id="1185" name="Google Shape;1185;p62"/>
          <p:cNvSpPr txBox="1"/>
          <p:nvPr/>
        </p:nvSpPr>
        <p:spPr>
          <a:xfrm>
            <a:off x="5411633" y="1429568"/>
            <a:ext cx="1260168" cy="338554"/>
          </a:xfrm>
          <a:prstGeom prst="rect">
            <a:avLst/>
          </a:prstGeom>
          <a:solidFill>
            <a:schemeClr val="accent6"/>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600">
                <a:solidFill>
                  <a:schemeClr val="lt1"/>
                </a:solidFill>
                <a:latin typeface="Century Gothic" panose="020B0502020202020204"/>
                <a:ea typeface="Century Gothic" panose="020B0502020202020204"/>
                <a:cs typeface="Century Gothic" panose="020B0502020202020204"/>
                <a:sym typeface="Century Gothic" panose="020B0502020202020204"/>
              </a:rPr>
              <a:t>Node-Red</a:t>
            </a:r>
            <a:endParaRPr sz="16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186" name="Google Shape;1186;p62"/>
          <p:cNvSpPr txBox="1"/>
          <p:nvPr/>
        </p:nvSpPr>
        <p:spPr>
          <a:xfrm>
            <a:off x="10814767" y="1441346"/>
            <a:ext cx="1170040" cy="338554"/>
          </a:xfrm>
          <a:prstGeom prst="rect">
            <a:avLst/>
          </a:prstGeom>
          <a:solidFill>
            <a:srgbClr val="0F486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600">
                <a:solidFill>
                  <a:schemeClr val="lt1"/>
                </a:solidFill>
                <a:latin typeface="Century Gothic" panose="020B0502020202020204"/>
                <a:ea typeface="Century Gothic" panose="020B0502020202020204"/>
                <a:cs typeface="Century Gothic" panose="020B0502020202020204"/>
                <a:sym typeface="Century Gothic" panose="020B0502020202020204"/>
              </a:rPr>
              <a:t>TIA-Portal</a:t>
            </a:r>
            <a:endParaRPr lang="de-DE" sz="16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187" name="Google Shape;1187;p62"/>
          <p:cNvSpPr txBox="1"/>
          <p:nvPr/>
        </p:nvSpPr>
        <p:spPr>
          <a:xfrm>
            <a:off x="7983384" y="1428545"/>
            <a:ext cx="1489588" cy="338554"/>
          </a:xfrm>
          <a:prstGeom prst="rect">
            <a:avLst/>
          </a:prstGeom>
          <a:solidFill>
            <a:srgbClr val="0E6E08">
              <a:alpha val="90980"/>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600">
                <a:solidFill>
                  <a:schemeClr val="lt1"/>
                </a:solidFill>
                <a:latin typeface="Century Gothic" panose="020B0502020202020204"/>
                <a:ea typeface="Century Gothic" panose="020B0502020202020204"/>
                <a:cs typeface="Century Gothic" panose="020B0502020202020204"/>
                <a:sym typeface="Century Gothic" panose="020B0502020202020204"/>
              </a:rPr>
              <a:t>NetToPLCsim</a:t>
            </a:r>
            <a:endParaRPr lang="de-DE" sz="16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188" name="Google Shape;1188;p62"/>
          <p:cNvSpPr txBox="1"/>
          <p:nvPr>
            <p:ph type="body" idx="1"/>
          </p:nvPr>
        </p:nvSpPr>
        <p:spPr>
          <a:xfrm>
            <a:off x="635050" y="1226574"/>
            <a:ext cx="5953654" cy="271397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1600"/>
              <a:buNone/>
            </a:pPr>
            <a:r>
              <a:rPr lang="de-DE">
                <a:solidFill>
                  <a:schemeClr val="lt1"/>
                </a:solidFill>
              </a:rPr>
              <a:t>Schnittstelle mit NetToPLCsim herstellen</a:t>
            </a:r>
            <a:endParaRPr lang="de-DE">
              <a:solidFill>
                <a:schemeClr val="lt1"/>
              </a:solidFill>
            </a:endParaRPr>
          </a:p>
          <a:p>
            <a:pPr marL="0" lvl="0" indent="0" algn="l" rtl="0">
              <a:spcBef>
                <a:spcPts val="1000"/>
              </a:spcBef>
              <a:spcAft>
                <a:spcPts val="0"/>
              </a:spcAft>
              <a:buSzPts val="1600"/>
              <a:buNone/>
            </a:pPr>
            <a:r>
              <a:rPr lang="de-DE">
                <a:solidFill>
                  <a:schemeClr val="lt1"/>
                </a:solidFill>
              </a:rPr>
              <a:t>Benötigt Adresse von Node-Red und TIA-Portal</a:t>
            </a:r>
            <a:endParaRPr lang="de-DE">
              <a:solidFill>
                <a:schemeClr val="lt1"/>
              </a:solidFill>
            </a:endParaRPr>
          </a:p>
        </p:txBody>
      </p:sp>
      <p:pic>
        <p:nvPicPr>
          <p:cNvPr id="1189" name="Google Shape;1189;p62"/>
          <p:cNvPicPr preferRelativeResize="0"/>
          <p:nvPr/>
        </p:nvPicPr>
        <p:blipFill rotWithShape="1">
          <a:blip r:embed="rId2"/>
          <a:srcRect/>
          <a:stretch>
            <a:fillRect/>
          </a:stretch>
        </p:blipFill>
        <p:spPr>
          <a:xfrm>
            <a:off x="635820" y="3551369"/>
            <a:ext cx="4447458" cy="2188746"/>
          </a:xfrm>
          <a:prstGeom prst="rect">
            <a:avLst/>
          </a:prstGeom>
          <a:noFill/>
          <a:ln>
            <a:noFill/>
          </a:ln>
        </p:spPr>
      </p:pic>
      <p:pic>
        <p:nvPicPr>
          <p:cNvPr id="1190" name="Google Shape;1190;p62" descr="Ein Bild, das Text enthält.&#10;&#10;Beschreibung automatisch generiert."/>
          <p:cNvPicPr preferRelativeResize="0"/>
          <p:nvPr/>
        </p:nvPicPr>
        <p:blipFill rotWithShape="1">
          <a:blip r:embed="rId3"/>
          <a:srcRect/>
          <a:stretch>
            <a:fillRect/>
          </a:stretch>
        </p:blipFill>
        <p:spPr>
          <a:xfrm>
            <a:off x="5666658" y="3340868"/>
            <a:ext cx="3185651" cy="2617941"/>
          </a:xfrm>
          <a:prstGeom prst="rect">
            <a:avLst/>
          </a:prstGeom>
          <a:noFill/>
          <a:ln>
            <a:noFill/>
          </a:ln>
        </p:spPr>
      </p:pic>
      <p:sp>
        <p:nvSpPr>
          <p:cNvPr id="1191" name="Google Shape;1191;p62"/>
          <p:cNvSpPr txBox="1"/>
          <p:nvPr>
            <p:ph type="sldNum" idx="12"/>
          </p:nvPr>
        </p:nvSpPr>
        <p:spPr>
          <a:xfrm>
            <a:off x="11047046" y="623301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195" name="Shape 1195"/>
        <p:cNvGrpSpPr/>
        <p:nvPr/>
      </p:nvGrpSpPr>
      <p:grpSpPr>
        <a:xfrm>
          <a:off x="0" y="0"/>
          <a:ext cx="0" cy="0"/>
          <a:chOff x="0" y="0"/>
          <a:chExt cx="0" cy="0"/>
        </a:xfrm>
      </p:grpSpPr>
      <p:grpSp>
        <p:nvGrpSpPr>
          <p:cNvPr id="1196" name="Google Shape;1196;p63"/>
          <p:cNvGrpSpPr/>
          <p:nvPr/>
        </p:nvGrpSpPr>
        <p:grpSpPr>
          <a:xfrm>
            <a:off x="9206969" y="2963333"/>
            <a:ext cx="2981858" cy="3208867"/>
            <a:chOff x="9206969" y="2963333"/>
            <a:chExt cx="2981858" cy="3208867"/>
          </a:xfrm>
        </p:grpSpPr>
        <p:cxnSp>
          <p:nvCxnSpPr>
            <p:cNvPr id="1197" name="Google Shape;1197;p63"/>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198" name="Google Shape;1198;p63"/>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199" name="Google Shape;1199;p63"/>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200" name="Google Shape;1200;p63"/>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201" name="Google Shape;1201;p63"/>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202" name="Google Shape;1202;p63"/>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203" name="Google Shape;1203;p63"/>
          <p:cNvPicPr preferRelativeResize="0"/>
          <p:nvPr/>
        </p:nvPicPr>
        <p:blipFill rotWithShape="1">
          <a:blip r:embed="rId1">
            <a:alphaModFix amt="15000"/>
          </a:blip>
          <a:srcRect t="2174"/>
          <a:stretch>
            <a:fillRect/>
          </a:stretch>
        </p:blipFill>
        <p:spPr>
          <a:xfrm>
            <a:off x="20" y="10"/>
            <a:ext cx="12191980" cy="6857990"/>
          </a:xfrm>
          <a:prstGeom prst="rect">
            <a:avLst/>
          </a:prstGeom>
          <a:noFill/>
          <a:ln>
            <a:noFill/>
          </a:ln>
        </p:spPr>
      </p:pic>
      <p:sp>
        <p:nvSpPr>
          <p:cNvPr id="1204" name="Google Shape;1204;p63"/>
          <p:cNvSpPr txBox="1"/>
          <p:nvPr>
            <p:ph type="title"/>
          </p:nvPr>
        </p:nvSpPr>
        <p:spPr>
          <a:xfrm>
            <a:off x="766147" y="316815"/>
            <a:ext cx="6846529" cy="1048229"/>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2800"/>
              <a:buFont typeface="Century Gothic" panose="020B0502020202020204"/>
              <a:buNone/>
            </a:pPr>
            <a:r>
              <a:rPr lang="de-DE" sz="2800"/>
              <a:t>PROGRAMMIEREN UND BIBLIOTHEKEN </a:t>
            </a:r>
            <a:endParaRPr sz="2800"/>
          </a:p>
        </p:txBody>
      </p:sp>
      <p:pic>
        <p:nvPicPr>
          <p:cNvPr id="1205" name="Google Shape;1205;p63"/>
          <p:cNvPicPr preferRelativeResize="0"/>
          <p:nvPr>
            <p:ph type="body" idx="1"/>
          </p:nvPr>
        </p:nvPicPr>
        <p:blipFill rotWithShape="1">
          <a:blip r:embed="rId2"/>
          <a:srcRect/>
          <a:stretch>
            <a:fillRect/>
          </a:stretch>
        </p:blipFill>
        <p:spPr>
          <a:xfrm>
            <a:off x="453240" y="1488767"/>
            <a:ext cx="7259311" cy="3885654"/>
          </a:xfrm>
          <a:prstGeom prst="rect">
            <a:avLst/>
          </a:prstGeom>
          <a:noFill/>
          <a:ln>
            <a:noFill/>
          </a:ln>
        </p:spPr>
      </p:pic>
      <p:grpSp>
        <p:nvGrpSpPr>
          <p:cNvPr id="1206" name="Google Shape;1206;p63"/>
          <p:cNvGrpSpPr/>
          <p:nvPr/>
        </p:nvGrpSpPr>
        <p:grpSpPr>
          <a:xfrm>
            <a:off x="9206969" y="2963333"/>
            <a:ext cx="2981858" cy="3208867"/>
            <a:chOff x="9206969" y="2963333"/>
            <a:chExt cx="2981858" cy="3208867"/>
          </a:xfrm>
        </p:grpSpPr>
        <p:cxnSp>
          <p:nvCxnSpPr>
            <p:cNvPr id="1207" name="Google Shape;1207;p63"/>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208" name="Google Shape;1208;p63"/>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209" name="Google Shape;1209;p63"/>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210" name="Google Shape;1210;p63"/>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211" name="Google Shape;1211;p63"/>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212" name="Google Shape;1212;p63"/>
          <p:cNvSpPr txBox="1"/>
          <p:nvPr/>
        </p:nvSpPr>
        <p:spPr>
          <a:xfrm>
            <a:off x="7935178" y="2338711"/>
            <a:ext cx="4218036" cy="286232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Nodes mit logischer Verbindung program-mieren      (komplex)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Node "Funktion" mit JS programmieren</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S7-Nodes für TIA-Portal herunterladen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Grafische Darstellung von Daten durch Dashboard-Nodes</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Arial" panose="020B0604020202090204"/>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213" name="Google Shape;1213;p63"/>
          <p:cNvSpPr txBox="1"/>
          <p:nvPr>
            <p:ph type="sldNum" idx="12"/>
          </p:nvPr>
        </p:nvSpPr>
        <p:spPr>
          <a:xfrm>
            <a:off x="11017738" y="624278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217" name="Shape 1217"/>
        <p:cNvGrpSpPr/>
        <p:nvPr/>
      </p:nvGrpSpPr>
      <p:grpSpPr>
        <a:xfrm>
          <a:off x="0" y="0"/>
          <a:ext cx="0" cy="0"/>
          <a:chOff x="0" y="0"/>
          <a:chExt cx="0" cy="0"/>
        </a:xfrm>
      </p:grpSpPr>
      <p:grpSp>
        <p:nvGrpSpPr>
          <p:cNvPr id="1218" name="Google Shape;1218;p64"/>
          <p:cNvGrpSpPr/>
          <p:nvPr/>
        </p:nvGrpSpPr>
        <p:grpSpPr>
          <a:xfrm>
            <a:off x="9206969" y="2963333"/>
            <a:ext cx="2981858" cy="3208867"/>
            <a:chOff x="9206969" y="2963333"/>
            <a:chExt cx="2981858" cy="3208867"/>
          </a:xfrm>
        </p:grpSpPr>
        <p:cxnSp>
          <p:nvCxnSpPr>
            <p:cNvPr id="1219" name="Google Shape;1219;p64"/>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220" name="Google Shape;1220;p64"/>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221" name="Google Shape;1221;p64"/>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222" name="Google Shape;1222;p64"/>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223" name="Google Shape;1223;p64"/>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224" name="Google Shape;1224;p64"/>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225" name="Google Shape;1225;p64"/>
          <p:cNvPicPr preferRelativeResize="0"/>
          <p:nvPr/>
        </p:nvPicPr>
        <p:blipFill rotWithShape="1">
          <a:blip r:embed="rId1">
            <a:alphaModFix amt="15000"/>
          </a:blip>
          <a:srcRect t="2174"/>
          <a:stretch>
            <a:fillRect/>
          </a:stretch>
        </p:blipFill>
        <p:spPr>
          <a:xfrm>
            <a:off x="20" y="10"/>
            <a:ext cx="12191980" cy="6857990"/>
          </a:xfrm>
          <a:prstGeom prst="rect">
            <a:avLst/>
          </a:prstGeom>
          <a:noFill/>
          <a:ln>
            <a:noFill/>
          </a:ln>
        </p:spPr>
      </p:pic>
      <p:sp>
        <p:nvSpPr>
          <p:cNvPr id="1226" name="Google Shape;1226;p64"/>
          <p:cNvSpPr txBox="1"/>
          <p:nvPr>
            <p:ph type="title"/>
          </p:nvPr>
        </p:nvSpPr>
        <p:spPr>
          <a:xfrm>
            <a:off x="777346" y="380999"/>
            <a:ext cx="5147734" cy="10668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2800"/>
              <a:buFont typeface="Century Gothic" panose="020B0502020202020204"/>
              <a:buNone/>
            </a:pPr>
            <a:r>
              <a:rPr lang="de-DE" sz="2800"/>
              <a:t>S7-NODES KONFIGURATION</a:t>
            </a:r>
            <a:endParaRPr sz="2800"/>
          </a:p>
        </p:txBody>
      </p:sp>
      <p:sp>
        <p:nvSpPr>
          <p:cNvPr id="1227" name="Google Shape;1227;p64"/>
          <p:cNvSpPr txBox="1"/>
          <p:nvPr>
            <p:ph type="body" idx="1"/>
          </p:nvPr>
        </p:nvSpPr>
        <p:spPr>
          <a:xfrm>
            <a:off x="701145" y="1905000"/>
            <a:ext cx="5308600" cy="28956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440"/>
              <a:buFont typeface="Arial" panose="020B0604020202090204"/>
              <a:buChar char="•"/>
            </a:pPr>
            <a:r>
              <a:rPr lang="de-DE" sz="1800">
                <a:solidFill>
                  <a:schemeClr val="lt1"/>
                </a:solidFill>
              </a:rPr>
              <a:t>"Genaue" Adressen sowie  Namen der Variablen im Arbeitsbereich speichern</a:t>
            </a:r>
            <a:endParaRPr sz="1800">
              <a:solidFill>
                <a:schemeClr val="lt1"/>
              </a:solidFill>
            </a:endParaRPr>
          </a:p>
          <a:p>
            <a:pPr marL="285750" lvl="0" indent="-194310" algn="l" rtl="0">
              <a:spcBef>
                <a:spcPts val="960"/>
              </a:spcBef>
              <a:spcAft>
                <a:spcPts val="0"/>
              </a:spcAft>
              <a:buClr>
                <a:srgbClr val="FFFFFF"/>
              </a:buClr>
              <a:buSzPts val="1440"/>
              <a:buFont typeface="Arial" panose="020B0604020202090204"/>
              <a:buNone/>
            </a:pPr>
            <a:endParaRPr sz="1800">
              <a:solidFill>
                <a:schemeClr val="lt1"/>
              </a:solidFill>
            </a:endParaRPr>
          </a:p>
        </p:txBody>
      </p:sp>
      <p:grpSp>
        <p:nvGrpSpPr>
          <p:cNvPr id="1228" name="Google Shape;1228;p64"/>
          <p:cNvGrpSpPr/>
          <p:nvPr/>
        </p:nvGrpSpPr>
        <p:grpSpPr>
          <a:xfrm>
            <a:off x="9206969" y="2963333"/>
            <a:ext cx="2981858" cy="3208867"/>
            <a:chOff x="9206969" y="2963333"/>
            <a:chExt cx="2981858" cy="3208867"/>
          </a:xfrm>
        </p:grpSpPr>
        <p:cxnSp>
          <p:nvCxnSpPr>
            <p:cNvPr id="1229" name="Google Shape;1229;p64"/>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230" name="Google Shape;1230;p64"/>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231" name="Google Shape;1231;p64"/>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232" name="Google Shape;1232;p64"/>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233" name="Google Shape;1233;p64"/>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pic>
        <p:nvPicPr>
          <p:cNvPr id="1234" name="Google Shape;1234;p64" descr="Ein Bild, das Tisch enthält.&#10;&#10;Beschreibung automatisch generiert."/>
          <p:cNvPicPr preferRelativeResize="0"/>
          <p:nvPr/>
        </p:nvPicPr>
        <p:blipFill rotWithShape="1">
          <a:blip r:embed="rId2"/>
          <a:srcRect/>
          <a:stretch>
            <a:fillRect/>
          </a:stretch>
        </p:blipFill>
        <p:spPr>
          <a:xfrm>
            <a:off x="6093720" y="2002542"/>
            <a:ext cx="4329667" cy="4167699"/>
          </a:xfrm>
          <a:prstGeom prst="rect">
            <a:avLst/>
          </a:prstGeom>
          <a:noFill/>
          <a:ln>
            <a:noFill/>
          </a:ln>
        </p:spPr>
      </p:pic>
      <p:sp>
        <p:nvSpPr>
          <p:cNvPr id="1235" name="Google Shape;1235;p64"/>
          <p:cNvSpPr txBox="1"/>
          <p:nvPr>
            <p:ph type="sldNum" idx="12"/>
          </p:nvPr>
        </p:nvSpPr>
        <p:spPr>
          <a:xfrm>
            <a:off x="11047046" y="623301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239" name="Shape 1239"/>
        <p:cNvGrpSpPr/>
        <p:nvPr/>
      </p:nvGrpSpPr>
      <p:grpSpPr>
        <a:xfrm>
          <a:off x="0" y="0"/>
          <a:ext cx="0" cy="0"/>
          <a:chOff x="0" y="0"/>
          <a:chExt cx="0" cy="0"/>
        </a:xfrm>
      </p:grpSpPr>
      <p:grpSp>
        <p:nvGrpSpPr>
          <p:cNvPr id="1240" name="Google Shape;1240;p65"/>
          <p:cNvGrpSpPr/>
          <p:nvPr/>
        </p:nvGrpSpPr>
        <p:grpSpPr>
          <a:xfrm>
            <a:off x="9206969" y="2963333"/>
            <a:ext cx="2981858" cy="3208867"/>
            <a:chOff x="9206969" y="2963333"/>
            <a:chExt cx="2981858" cy="3208867"/>
          </a:xfrm>
        </p:grpSpPr>
        <p:cxnSp>
          <p:nvCxnSpPr>
            <p:cNvPr id="1241" name="Google Shape;1241;p65"/>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242" name="Google Shape;1242;p65"/>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243" name="Google Shape;1243;p65"/>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244" name="Google Shape;1244;p65"/>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245" name="Google Shape;1245;p65"/>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246" name="Google Shape;1246;p65"/>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247" name="Google Shape;1247;p65"/>
          <p:cNvPicPr preferRelativeResize="0"/>
          <p:nvPr/>
        </p:nvPicPr>
        <p:blipFill rotWithShape="1">
          <a:blip r:embed="rId1">
            <a:alphaModFix amt="15000"/>
          </a:blip>
          <a:srcRect t="2174"/>
          <a:stretch>
            <a:fillRect/>
          </a:stretch>
        </p:blipFill>
        <p:spPr>
          <a:xfrm>
            <a:off x="20" y="10"/>
            <a:ext cx="12191980" cy="6857990"/>
          </a:xfrm>
          <a:prstGeom prst="rect">
            <a:avLst/>
          </a:prstGeom>
          <a:noFill/>
          <a:ln>
            <a:noFill/>
          </a:ln>
        </p:spPr>
      </p:pic>
      <p:sp>
        <p:nvSpPr>
          <p:cNvPr id="1248" name="Google Shape;1248;p65"/>
          <p:cNvSpPr txBox="1"/>
          <p:nvPr>
            <p:ph type="title"/>
          </p:nvPr>
        </p:nvSpPr>
        <p:spPr>
          <a:xfrm>
            <a:off x="703604" y="307257"/>
            <a:ext cx="4967476" cy="829189"/>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2800"/>
              <a:buFont typeface="Century Gothic" panose="020B0502020202020204"/>
              <a:buNone/>
            </a:pPr>
            <a:r>
              <a:rPr lang="de-DE" sz="2800"/>
              <a:t>NODE RED VERRIEGELUNG</a:t>
            </a:r>
            <a:endParaRPr lang="de-DE" sz="2800"/>
          </a:p>
        </p:txBody>
      </p:sp>
      <p:grpSp>
        <p:nvGrpSpPr>
          <p:cNvPr id="1249" name="Google Shape;1249;p65"/>
          <p:cNvGrpSpPr/>
          <p:nvPr/>
        </p:nvGrpSpPr>
        <p:grpSpPr>
          <a:xfrm>
            <a:off x="9206969" y="2963333"/>
            <a:ext cx="2981858" cy="3208867"/>
            <a:chOff x="9206969" y="2963333"/>
            <a:chExt cx="2981858" cy="3208867"/>
          </a:xfrm>
        </p:grpSpPr>
        <p:cxnSp>
          <p:nvCxnSpPr>
            <p:cNvPr id="1250" name="Google Shape;1250;p65"/>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251" name="Google Shape;1251;p65"/>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252" name="Google Shape;1252;p65"/>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253" name="Google Shape;1253;p65"/>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254" name="Google Shape;1254;p65"/>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pic>
        <p:nvPicPr>
          <p:cNvPr id="1255" name="Google Shape;1255;p65"/>
          <p:cNvPicPr preferRelativeResize="0"/>
          <p:nvPr/>
        </p:nvPicPr>
        <p:blipFill rotWithShape="1">
          <a:blip r:embed="rId2"/>
          <a:srcRect/>
          <a:stretch>
            <a:fillRect/>
          </a:stretch>
        </p:blipFill>
        <p:spPr>
          <a:xfrm>
            <a:off x="6879304" y="2394373"/>
            <a:ext cx="2743200" cy="3691576"/>
          </a:xfrm>
          <a:prstGeom prst="rect">
            <a:avLst/>
          </a:prstGeom>
          <a:noFill/>
          <a:ln>
            <a:noFill/>
          </a:ln>
        </p:spPr>
      </p:pic>
      <p:pic>
        <p:nvPicPr>
          <p:cNvPr id="1256" name="Google Shape;1256;p65"/>
          <p:cNvPicPr preferRelativeResize="0"/>
          <p:nvPr/>
        </p:nvPicPr>
        <p:blipFill rotWithShape="1">
          <a:blip r:embed="rId3"/>
          <a:srcRect/>
          <a:stretch>
            <a:fillRect/>
          </a:stretch>
        </p:blipFill>
        <p:spPr>
          <a:xfrm>
            <a:off x="539068" y="1500813"/>
            <a:ext cx="6192683" cy="4585264"/>
          </a:xfrm>
          <a:prstGeom prst="rect">
            <a:avLst/>
          </a:prstGeom>
          <a:noFill/>
          <a:ln>
            <a:noFill/>
          </a:ln>
        </p:spPr>
      </p:pic>
      <p:sp>
        <p:nvSpPr>
          <p:cNvPr id="1257" name="Google Shape;1257;p65"/>
          <p:cNvSpPr txBox="1"/>
          <p:nvPr/>
        </p:nvSpPr>
        <p:spPr>
          <a:xfrm>
            <a:off x="7002207" y="1315883"/>
            <a:ext cx="4513005" cy="92333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Signale in Variablen speichern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Jeder Steuerknopf, Schalter ...etc. verriegeln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258" name="Google Shape;1258;p65"/>
          <p:cNvSpPr txBox="1"/>
          <p:nvPr>
            <p:ph type="sldNum" idx="12"/>
          </p:nvPr>
        </p:nvSpPr>
        <p:spPr>
          <a:xfrm>
            <a:off x="11047046" y="6223244"/>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7"/>
                                        </p:tgtEl>
                                        <p:attrNameLst>
                                          <p:attrName>style.visibility</p:attrName>
                                        </p:attrNameLst>
                                      </p:cBhvr>
                                      <p:to>
                                        <p:strVal val="visible"/>
                                      </p:to>
                                    </p:set>
                                    <p:animEffect transition="in" filter="fade">
                                      <p:cBhvr>
                                        <p:cTn id="7" dur="500"/>
                                        <p:tgtEl>
                                          <p:spTgt spid="1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262" name="Shape 1262"/>
        <p:cNvGrpSpPr/>
        <p:nvPr/>
      </p:nvGrpSpPr>
      <p:grpSpPr>
        <a:xfrm>
          <a:off x="0" y="0"/>
          <a:ext cx="0" cy="0"/>
          <a:chOff x="0" y="0"/>
          <a:chExt cx="0" cy="0"/>
        </a:xfrm>
      </p:grpSpPr>
      <p:grpSp>
        <p:nvGrpSpPr>
          <p:cNvPr id="1263" name="Google Shape;1263;p66"/>
          <p:cNvGrpSpPr/>
          <p:nvPr/>
        </p:nvGrpSpPr>
        <p:grpSpPr>
          <a:xfrm>
            <a:off x="9206969" y="2963333"/>
            <a:ext cx="2981858" cy="3208867"/>
            <a:chOff x="9206969" y="2963333"/>
            <a:chExt cx="2981858" cy="3208867"/>
          </a:xfrm>
        </p:grpSpPr>
        <p:cxnSp>
          <p:nvCxnSpPr>
            <p:cNvPr id="1264" name="Google Shape;1264;p66"/>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265" name="Google Shape;1265;p66"/>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266" name="Google Shape;1266;p66"/>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267" name="Google Shape;1267;p66"/>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268" name="Google Shape;1268;p66"/>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269" name="Google Shape;1269;p66"/>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270" name="Google Shape;1270;p66"/>
          <p:cNvPicPr preferRelativeResize="0"/>
          <p:nvPr/>
        </p:nvPicPr>
        <p:blipFill rotWithShape="1">
          <a:blip r:embed="rId1">
            <a:alphaModFix amt="15000"/>
          </a:blip>
          <a:srcRect t="2174"/>
          <a:stretch>
            <a:fillRect/>
          </a:stretch>
        </p:blipFill>
        <p:spPr>
          <a:xfrm>
            <a:off x="20" y="10"/>
            <a:ext cx="12191980" cy="6857990"/>
          </a:xfrm>
          <a:prstGeom prst="rect">
            <a:avLst/>
          </a:prstGeom>
          <a:noFill/>
          <a:ln>
            <a:noFill/>
          </a:ln>
        </p:spPr>
      </p:pic>
      <p:sp>
        <p:nvSpPr>
          <p:cNvPr id="1271" name="Google Shape;1271;p66"/>
          <p:cNvSpPr txBox="1"/>
          <p:nvPr>
            <p:ph type="title"/>
          </p:nvPr>
        </p:nvSpPr>
        <p:spPr>
          <a:xfrm>
            <a:off x="618664" y="251267"/>
            <a:ext cx="5043949" cy="1425132"/>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200"/>
              <a:buFont typeface="Century Gothic" panose="020B0502020202020204"/>
              <a:buNone/>
            </a:pPr>
            <a:r>
              <a:rPr lang="de-DE" sz="3200"/>
              <a:t>HANDBETRIEB</a:t>
            </a:r>
            <a:endParaRPr lang="de-DE" sz="3200"/>
          </a:p>
        </p:txBody>
      </p:sp>
      <p:grpSp>
        <p:nvGrpSpPr>
          <p:cNvPr id="1272" name="Google Shape;1272;p66"/>
          <p:cNvGrpSpPr/>
          <p:nvPr/>
        </p:nvGrpSpPr>
        <p:grpSpPr>
          <a:xfrm>
            <a:off x="9206969" y="2963333"/>
            <a:ext cx="2981858" cy="3208867"/>
            <a:chOff x="9206969" y="2963333"/>
            <a:chExt cx="2981858" cy="3208867"/>
          </a:xfrm>
        </p:grpSpPr>
        <p:cxnSp>
          <p:nvCxnSpPr>
            <p:cNvPr id="1273" name="Google Shape;1273;p66"/>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274" name="Google Shape;1274;p66"/>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275" name="Google Shape;1275;p66"/>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276" name="Google Shape;1276;p66"/>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277" name="Google Shape;1277;p66"/>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pic>
        <p:nvPicPr>
          <p:cNvPr id="1278" name="Google Shape;1278;p66" descr="Ein Bild, das Text, Monitor, schwarz, Bildschirm enthält.&#10;&#10;Beschreibung automatisch generiert."/>
          <p:cNvPicPr preferRelativeResize="0"/>
          <p:nvPr/>
        </p:nvPicPr>
        <p:blipFill rotWithShape="1">
          <a:blip r:embed="rId2"/>
          <a:srcRect/>
          <a:stretch>
            <a:fillRect/>
          </a:stretch>
        </p:blipFill>
        <p:spPr>
          <a:xfrm>
            <a:off x="1438788" y="1471723"/>
            <a:ext cx="9314424" cy="4881393"/>
          </a:xfrm>
          <a:prstGeom prst="rect">
            <a:avLst/>
          </a:prstGeom>
          <a:noFill/>
          <a:ln>
            <a:noFill/>
          </a:ln>
        </p:spPr>
      </p:pic>
      <p:sp>
        <p:nvSpPr>
          <p:cNvPr id="1279" name="Google Shape;1279;p66"/>
          <p:cNvSpPr txBox="1"/>
          <p:nvPr>
            <p:ph type="sldNum" idx="12"/>
          </p:nvPr>
        </p:nvSpPr>
        <p:spPr>
          <a:xfrm>
            <a:off x="11047046" y="6223244"/>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283" name="Shape 1283"/>
        <p:cNvGrpSpPr/>
        <p:nvPr/>
      </p:nvGrpSpPr>
      <p:grpSpPr>
        <a:xfrm>
          <a:off x="0" y="0"/>
          <a:ext cx="0" cy="0"/>
          <a:chOff x="0" y="0"/>
          <a:chExt cx="0" cy="0"/>
        </a:xfrm>
      </p:grpSpPr>
      <p:grpSp>
        <p:nvGrpSpPr>
          <p:cNvPr id="1284" name="Google Shape;1284;p67"/>
          <p:cNvGrpSpPr/>
          <p:nvPr/>
        </p:nvGrpSpPr>
        <p:grpSpPr>
          <a:xfrm>
            <a:off x="9206969" y="2963333"/>
            <a:ext cx="2981858" cy="3208867"/>
            <a:chOff x="9206969" y="2963333"/>
            <a:chExt cx="2981858" cy="3208867"/>
          </a:xfrm>
        </p:grpSpPr>
        <p:cxnSp>
          <p:nvCxnSpPr>
            <p:cNvPr id="1285" name="Google Shape;1285;p67"/>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286" name="Google Shape;1286;p67"/>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287" name="Google Shape;1287;p67"/>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288" name="Google Shape;1288;p67"/>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289" name="Google Shape;1289;p67"/>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290" name="Google Shape;1290;p67"/>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291" name="Google Shape;1291;p67"/>
          <p:cNvPicPr preferRelativeResize="0"/>
          <p:nvPr/>
        </p:nvPicPr>
        <p:blipFill rotWithShape="1">
          <a:blip r:embed="rId1">
            <a:alphaModFix amt="15000"/>
          </a:blip>
          <a:srcRect t="2174"/>
          <a:stretch>
            <a:fillRect/>
          </a:stretch>
        </p:blipFill>
        <p:spPr>
          <a:xfrm>
            <a:off x="20" y="10"/>
            <a:ext cx="12191980" cy="6857990"/>
          </a:xfrm>
          <a:prstGeom prst="rect">
            <a:avLst/>
          </a:prstGeom>
          <a:noFill/>
          <a:ln>
            <a:noFill/>
          </a:ln>
        </p:spPr>
      </p:pic>
      <p:sp>
        <p:nvSpPr>
          <p:cNvPr id="1292" name="Google Shape;1292;p67"/>
          <p:cNvSpPr txBox="1"/>
          <p:nvPr>
            <p:ph type="title"/>
          </p:nvPr>
        </p:nvSpPr>
        <p:spPr>
          <a:xfrm>
            <a:off x="733373" y="349590"/>
            <a:ext cx="5363497" cy="1187519"/>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200"/>
              <a:buFont typeface="Century Gothic" panose="020B0502020202020204"/>
              <a:buNone/>
            </a:pPr>
            <a:r>
              <a:rPr lang="de-DE" sz="3200"/>
              <a:t>AUTOMATIKBETRIEB</a:t>
            </a:r>
            <a:endParaRPr lang="de-DE" sz="3200"/>
          </a:p>
        </p:txBody>
      </p:sp>
      <p:grpSp>
        <p:nvGrpSpPr>
          <p:cNvPr id="1293" name="Google Shape;1293;p67"/>
          <p:cNvGrpSpPr/>
          <p:nvPr/>
        </p:nvGrpSpPr>
        <p:grpSpPr>
          <a:xfrm>
            <a:off x="9206969" y="2963333"/>
            <a:ext cx="2981858" cy="3208867"/>
            <a:chOff x="9206969" y="2963333"/>
            <a:chExt cx="2981858" cy="3208867"/>
          </a:xfrm>
        </p:grpSpPr>
        <p:cxnSp>
          <p:nvCxnSpPr>
            <p:cNvPr id="1294" name="Google Shape;1294;p67"/>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295" name="Google Shape;1295;p67"/>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296" name="Google Shape;1296;p67"/>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297" name="Google Shape;1297;p67"/>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298" name="Google Shape;1298;p67"/>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pic>
        <p:nvPicPr>
          <p:cNvPr id="1299" name="Google Shape;1299;p67"/>
          <p:cNvPicPr preferRelativeResize="0"/>
          <p:nvPr/>
        </p:nvPicPr>
        <p:blipFill rotWithShape="1">
          <a:blip r:embed="rId2"/>
          <a:srcRect/>
          <a:stretch>
            <a:fillRect/>
          </a:stretch>
        </p:blipFill>
        <p:spPr>
          <a:xfrm>
            <a:off x="979949" y="1646314"/>
            <a:ext cx="10240294" cy="4294595"/>
          </a:xfrm>
          <a:prstGeom prst="rect">
            <a:avLst/>
          </a:prstGeom>
          <a:noFill/>
          <a:ln>
            <a:noFill/>
          </a:ln>
        </p:spPr>
      </p:pic>
      <p:sp>
        <p:nvSpPr>
          <p:cNvPr id="1300" name="Google Shape;1300;p67"/>
          <p:cNvSpPr txBox="1"/>
          <p:nvPr>
            <p:ph type="sldNum" idx="12"/>
          </p:nvPr>
        </p:nvSpPr>
        <p:spPr>
          <a:xfrm>
            <a:off x="11047046"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gradFill>
          <a:gsLst>
            <a:gs pos="0">
              <a:srgbClr val="62D2EF"/>
            </a:gs>
            <a:gs pos="10000">
              <a:srgbClr val="62D2EF"/>
            </a:gs>
            <a:gs pos="100000">
              <a:srgbClr val="05578D"/>
            </a:gs>
          </a:gsLst>
          <a:lin ang="6120000" scaled="0"/>
        </a:gradFill>
        <a:effectLst/>
      </p:bgPr>
    </p:bg>
    <p:spTree>
      <p:nvGrpSpPr>
        <p:cNvPr id="1304" name="Shape 1304"/>
        <p:cNvGrpSpPr/>
        <p:nvPr/>
      </p:nvGrpSpPr>
      <p:grpSpPr>
        <a:xfrm>
          <a:off x="0" y="0"/>
          <a:ext cx="0" cy="0"/>
          <a:chOff x="0" y="0"/>
          <a:chExt cx="0" cy="0"/>
        </a:xfrm>
      </p:grpSpPr>
      <p:grpSp>
        <p:nvGrpSpPr>
          <p:cNvPr id="1305" name="Google Shape;1305;p68"/>
          <p:cNvGrpSpPr/>
          <p:nvPr/>
        </p:nvGrpSpPr>
        <p:grpSpPr>
          <a:xfrm>
            <a:off x="9206969" y="2963333"/>
            <a:ext cx="2981858" cy="3208867"/>
            <a:chOff x="9206969" y="2963333"/>
            <a:chExt cx="2981858" cy="3208867"/>
          </a:xfrm>
        </p:grpSpPr>
        <p:cxnSp>
          <p:nvCxnSpPr>
            <p:cNvPr id="1306" name="Google Shape;1306;p68"/>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307" name="Google Shape;1307;p68"/>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308" name="Google Shape;1308;p68"/>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309" name="Google Shape;1309;p68"/>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310" name="Google Shape;1310;p68"/>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311" name="Google Shape;1311;p68"/>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312" name="Google Shape;1312;p68"/>
          <p:cNvPicPr preferRelativeResize="0"/>
          <p:nvPr/>
        </p:nvPicPr>
        <p:blipFill rotWithShape="1">
          <a:blip r:embed="rId1">
            <a:alphaModFix amt="15000"/>
          </a:blip>
          <a:srcRect t="2174"/>
          <a:stretch>
            <a:fillRect/>
          </a:stretch>
        </p:blipFill>
        <p:spPr>
          <a:xfrm>
            <a:off x="839" y="-42323"/>
            <a:ext cx="12191980" cy="6857990"/>
          </a:xfrm>
          <a:prstGeom prst="rect">
            <a:avLst/>
          </a:prstGeom>
          <a:noFill/>
          <a:ln w="28575" cap="flat" cmpd="sng">
            <a:solidFill>
              <a:schemeClr val="lt1"/>
            </a:solidFill>
            <a:prstDash val="solid"/>
            <a:round/>
            <a:headEnd type="none" w="sm" len="sm"/>
            <a:tailEnd type="none" w="sm" len="sm"/>
          </a:ln>
        </p:spPr>
      </p:pic>
      <p:sp>
        <p:nvSpPr>
          <p:cNvPr id="1313" name="Google Shape;1313;p68"/>
          <p:cNvSpPr txBox="1"/>
          <p:nvPr>
            <p:ph type="title"/>
          </p:nvPr>
        </p:nvSpPr>
        <p:spPr>
          <a:xfrm>
            <a:off x="2052535" y="693719"/>
            <a:ext cx="996337" cy="515648"/>
          </a:xfrm>
          <a:prstGeom prst="rect">
            <a:avLst/>
          </a:prstGeom>
          <a:solidFill>
            <a:srgbClr val="0E6E08"/>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lt1"/>
              </a:buClr>
              <a:buSzPct val="100000"/>
              <a:buFont typeface="Century Gothic" panose="020B0502020202020204"/>
              <a:buNone/>
            </a:pPr>
            <a:r>
              <a:rPr lang="de-DE" sz="2800"/>
              <a:t> PRO</a:t>
            </a:r>
            <a:endParaRPr lang="de-DE" sz="2800"/>
          </a:p>
        </p:txBody>
      </p:sp>
      <p:sp>
        <p:nvSpPr>
          <p:cNvPr id="1314" name="Google Shape;1314;p68"/>
          <p:cNvSpPr txBox="1"/>
          <p:nvPr>
            <p:ph type="body" idx="1"/>
          </p:nvPr>
        </p:nvSpPr>
        <p:spPr>
          <a:xfrm>
            <a:off x="5978065" y="2029542"/>
            <a:ext cx="6018980" cy="3757014"/>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1600"/>
              <a:buFont typeface="Arial" panose="020B0604020202090204"/>
              <a:buChar char="•"/>
            </a:pPr>
            <a:r>
              <a:rPr lang="de-DE">
                <a:solidFill>
                  <a:schemeClr val="lt1"/>
                </a:solidFill>
              </a:rPr>
              <a:t>Voraussetzung: Javascript für Funktionen</a:t>
            </a:r>
            <a:endParaRPr lang="de-DE">
              <a:solidFill>
                <a:schemeClr val="lt1"/>
              </a:solidFill>
            </a:endParaRPr>
          </a:p>
          <a:p>
            <a:pPr marL="285750" lvl="0" indent="-285750" algn="l" rtl="0">
              <a:spcBef>
                <a:spcPts val="1000"/>
              </a:spcBef>
              <a:spcAft>
                <a:spcPts val="0"/>
              </a:spcAft>
              <a:buClr>
                <a:srgbClr val="FFFFFF"/>
              </a:buClr>
              <a:buSzPts val="1600"/>
              <a:buFont typeface="Arial" panose="020B0604020202090204"/>
              <a:buChar char="•"/>
            </a:pPr>
            <a:r>
              <a:rPr lang="de-DE">
                <a:solidFill>
                  <a:schemeClr val="lt1"/>
                </a:solidFill>
              </a:rPr>
              <a:t>Übersichtlichkeit der Abläufe wird komplexer</a:t>
            </a:r>
            <a:endParaRPr lang="de-DE">
              <a:solidFill>
                <a:schemeClr val="lt1"/>
              </a:solidFill>
            </a:endParaRPr>
          </a:p>
          <a:p>
            <a:pPr marL="285750" lvl="0" indent="-285750" algn="l" rtl="0">
              <a:spcBef>
                <a:spcPts val="1000"/>
              </a:spcBef>
              <a:spcAft>
                <a:spcPts val="0"/>
              </a:spcAft>
              <a:buClr>
                <a:srgbClr val="FFFFFF"/>
              </a:buClr>
              <a:buSzPts val="1600"/>
              <a:buFont typeface="Arial" panose="020B0604020202090204"/>
              <a:buChar char="•"/>
            </a:pPr>
            <a:r>
              <a:rPr lang="de-DE">
                <a:solidFill>
                  <a:schemeClr val="lt1"/>
                </a:solidFill>
              </a:rPr>
              <a:t>Konflikte mit TIA-Portal-Projekt (HMI) Variablen (Änderung von Namen und Adressen</a:t>
            </a:r>
            <a:endParaRPr lang="de-DE">
              <a:solidFill>
                <a:schemeClr val="lt1"/>
              </a:solidFill>
            </a:endParaRPr>
          </a:p>
          <a:p>
            <a:pPr marL="285750" lvl="0" indent="-184150" algn="l" rtl="0">
              <a:spcBef>
                <a:spcPts val="1000"/>
              </a:spcBef>
              <a:spcAft>
                <a:spcPts val="0"/>
              </a:spcAft>
              <a:buClr>
                <a:srgbClr val="FFFFFF"/>
              </a:buClr>
              <a:buSzPts val="1600"/>
              <a:buFont typeface="Arial" panose="020B0604020202090204"/>
              <a:buNone/>
            </a:pPr>
            <a:endParaRPr>
              <a:solidFill>
                <a:schemeClr val="lt1"/>
              </a:solidFill>
            </a:endParaRPr>
          </a:p>
          <a:p>
            <a:pPr marL="285750" lvl="0" indent="-184150" algn="l" rtl="0">
              <a:spcBef>
                <a:spcPts val="1000"/>
              </a:spcBef>
              <a:spcAft>
                <a:spcPts val="0"/>
              </a:spcAft>
              <a:buClr>
                <a:srgbClr val="FFFFFF"/>
              </a:buClr>
              <a:buSzPts val="1600"/>
              <a:buFont typeface="Arial" panose="020B0604020202090204"/>
              <a:buNone/>
            </a:pPr>
            <a:endParaRPr>
              <a:solidFill>
                <a:schemeClr val="lt1"/>
              </a:solidFill>
            </a:endParaRPr>
          </a:p>
          <a:p>
            <a:pPr marL="285750" lvl="0" indent="-184150" algn="l" rtl="0">
              <a:spcBef>
                <a:spcPts val="1000"/>
              </a:spcBef>
              <a:spcAft>
                <a:spcPts val="0"/>
              </a:spcAft>
              <a:buClr>
                <a:srgbClr val="FFFFFF"/>
              </a:buClr>
              <a:buSzPts val="1600"/>
              <a:buFont typeface="Arial" panose="020B0604020202090204"/>
              <a:buNone/>
            </a:pPr>
            <a:endParaRPr>
              <a:solidFill>
                <a:schemeClr val="lt1"/>
              </a:solidFill>
            </a:endParaRPr>
          </a:p>
        </p:txBody>
      </p:sp>
      <p:grpSp>
        <p:nvGrpSpPr>
          <p:cNvPr id="1315" name="Google Shape;1315;p68"/>
          <p:cNvGrpSpPr/>
          <p:nvPr/>
        </p:nvGrpSpPr>
        <p:grpSpPr>
          <a:xfrm>
            <a:off x="9206969" y="2963333"/>
            <a:ext cx="2981858" cy="3208867"/>
            <a:chOff x="9206969" y="2963333"/>
            <a:chExt cx="2981858" cy="3208867"/>
          </a:xfrm>
        </p:grpSpPr>
        <p:cxnSp>
          <p:nvCxnSpPr>
            <p:cNvPr id="1316" name="Google Shape;1316;p68"/>
            <p:cNvCxnSpPr/>
            <p:nvPr/>
          </p:nvCxnSpPr>
          <p:spPr>
            <a:xfrm flipH="1">
              <a:off x="11276012" y="2963333"/>
              <a:ext cx="912814" cy="912812"/>
            </a:xfrm>
            <a:prstGeom prst="straightConnector1">
              <a:avLst/>
            </a:prstGeom>
            <a:noFill/>
            <a:ln w="9525" cap="flat" cmpd="sng">
              <a:solidFill>
                <a:schemeClr val="lt1"/>
              </a:solidFill>
              <a:prstDash val="solid"/>
              <a:round/>
              <a:headEnd type="none" w="sm" len="sm"/>
              <a:tailEnd type="none" w="sm" len="sm"/>
            </a:ln>
          </p:spPr>
        </p:cxnSp>
        <p:cxnSp>
          <p:nvCxnSpPr>
            <p:cNvPr id="1317" name="Google Shape;1317;p68"/>
            <p:cNvCxnSpPr/>
            <p:nvPr/>
          </p:nvCxnSpPr>
          <p:spPr>
            <a:xfrm flipH="1">
              <a:off x="9206969" y="3190344"/>
              <a:ext cx="2981857" cy="2981856"/>
            </a:xfrm>
            <a:prstGeom prst="straightConnector1">
              <a:avLst/>
            </a:prstGeom>
            <a:noFill/>
            <a:ln w="9525" cap="flat" cmpd="sng">
              <a:solidFill>
                <a:schemeClr val="lt1"/>
              </a:solidFill>
              <a:prstDash val="solid"/>
              <a:round/>
              <a:headEnd type="none" w="sm" len="sm"/>
              <a:tailEnd type="none" w="sm" len="sm"/>
            </a:ln>
          </p:spPr>
        </p:cxnSp>
        <p:cxnSp>
          <p:nvCxnSpPr>
            <p:cNvPr id="1318" name="Google Shape;1318;p68"/>
            <p:cNvCxnSpPr/>
            <p:nvPr/>
          </p:nvCxnSpPr>
          <p:spPr>
            <a:xfrm flipH="1">
              <a:off x="10292292" y="3285067"/>
              <a:ext cx="1896534" cy="1896533"/>
            </a:xfrm>
            <a:prstGeom prst="straightConnector1">
              <a:avLst/>
            </a:prstGeom>
            <a:noFill/>
            <a:ln w="9525" cap="flat" cmpd="sng">
              <a:solidFill>
                <a:schemeClr val="lt1"/>
              </a:solidFill>
              <a:prstDash val="solid"/>
              <a:round/>
              <a:headEnd type="none" w="sm" len="sm"/>
              <a:tailEnd type="none" w="sm" len="sm"/>
            </a:ln>
          </p:spPr>
        </p:cxnSp>
        <p:cxnSp>
          <p:nvCxnSpPr>
            <p:cNvPr id="1319" name="Google Shape;1319;p68"/>
            <p:cNvCxnSpPr/>
            <p:nvPr/>
          </p:nvCxnSpPr>
          <p:spPr>
            <a:xfrm flipH="1">
              <a:off x="10443103" y="3131080"/>
              <a:ext cx="1745722" cy="1745720"/>
            </a:xfrm>
            <a:prstGeom prst="straightConnector1">
              <a:avLst/>
            </a:prstGeom>
            <a:noFill/>
            <a:ln w="28575" cap="flat" cmpd="sng">
              <a:solidFill>
                <a:schemeClr val="lt1"/>
              </a:solidFill>
              <a:prstDash val="solid"/>
              <a:round/>
              <a:headEnd type="none" w="sm" len="sm"/>
              <a:tailEnd type="none" w="sm" len="sm"/>
            </a:ln>
          </p:spPr>
        </p:cxnSp>
        <p:cxnSp>
          <p:nvCxnSpPr>
            <p:cNvPr id="1320" name="Google Shape;1320;p68"/>
            <p:cNvCxnSpPr/>
            <p:nvPr/>
          </p:nvCxnSpPr>
          <p:spPr>
            <a:xfrm flipH="1">
              <a:off x="10918826" y="3683001"/>
              <a:ext cx="1270001" cy="1269999"/>
            </a:xfrm>
            <a:prstGeom prst="straightConnector1">
              <a:avLst/>
            </a:prstGeom>
            <a:noFill/>
            <a:ln w="28575" cap="flat" cmpd="sng">
              <a:solidFill>
                <a:schemeClr val="lt1"/>
              </a:solidFill>
              <a:prstDash val="solid"/>
              <a:round/>
              <a:headEnd type="none" w="sm" len="sm"/>
              <a:tailEnd type="none" w="sm" len="sm"/>
            </a:ln>
          </p:spPr>
        </p:cxnSp>
      </p:grpSp>
      <p:sp>
        <p:nvSpPr>
          <p:cNvPr id="1321" name="Google Shape;1321;p68"/>
          <p:cNvSpPr txBox="1"/>
          <p:nvPr/>
        </p:nvSpPr>
        <p:spPr>
          <a:xfrm>
            <a:off x="7837948" y="693174"/>
            <a:ext cx="1604297" cy="523220"/>
          </a:xfrm>
          <a:prstGeom prst="rect">
            <a:avLst/>
          </a:prstGeom>
          <a:solidFill>
            <a:schemeClr val="accent6"/>
          </a:solidFill>
          <a:ln w="15875" cap="rnd" cmpd="sng">
            <a:solidFill>
              <a:srgbClr val="90184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de-DE" sz="2800" cap="none">
                <a:solidFill>
                  <a:schemeClr val="lt1"/>
                </a:solidFill>
                <a:latin typeface="Century Gothic" panose="020B0502020202020204"/>
                <a:ea typeface="Century Gothic" panose="020B0502020202020204"/>
                <a:cs typeface="Century Gothic" panose="020B0502020202020204"/>
                <a:sym typeface="Century Gothic" panose="020B0502020202020204"/>
              </a:rPr>
              <a:t>KONTRA</a:t>
            </a:r>
            <a:endParaRPr sz="2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322" name="Google Shape;1322;p68"/>
          <p:cNvSpPr txBox="1"/>
          <p:nvPr/>
        </p:nvSpPr>
        <p:spPr>
          <a:xfrm>
            <a:off x="199923" y="2230010"/>
            <a:ext cx="5892799" cy="220951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1"/>
              </a:buClr>
              <a:buSzPts val="2000"/>
              <a:buFont typeface="Arial" panose="020B0604020202090204"/>
              <a:buChar char="•"/>
            </a:pP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Erfahrung in Node-Red sammeln </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chemeClr val="lt1"/>
              </a:buClr>
              <a:buSzPts val="2000"/>
              <a:buFont typeface="Arial" panose="020B0604020202090204"/>
              <a:buChar char="•"/>
            </a:pPr>
            <a:r>
              <a:rPr lang="de-DE" sz="2000">
                <a:solidFill>
                  <a:schemeClr val="lt1"/>
                </a:solidFill>
                <a:latin typeface="Century Gothic" panose="020B0502020202020204"/>
                <a:ea typeface="Century Gothic" panose="020B0502020202020204"/>
                <a:cs typeface="Century Gothic" panose="020B0502020202020204"/>
                <a:sym typeface="Century Gothic" panose="020B0502020202020204"/>
              </a:rPr>
              <a:t>Einfache Verbindung mit Signalen</a:t>
            </a:r>
            <a:endParaRPr sz="20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150000"/>
              </a:lnSpc>
              <a:spcBef>
                <a:spcPts val="0"/>
              </a:spcBef>
              <a:spcAft>
                <a:spcPts val="0"/>
              </a:spcAft>
              <a:buClr>
                <a:schemeClr val="lt1"/>
              </a:buClr>
              <a:buSzPts val="1800"/>
              <a:buFont typeface="Arial" panose="020B0604020202090204"/>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Dashboard-Bausteine ermöglicht schöne </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lnSpc>
                <a:spcPct val="150000"/>
              </a:lnSpc>
              <a:spcBef>
                <a:spcPts val="0"/>
              </a:spcBef>
              <a:spcAft>
                <a:spcPts val="0"/>
              </a:spcAft>
              <a:buNone/>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     Tabsdarstellung z.B.: Gauge, Charts … etc.</a:t>
            </a:r>
            <a:endPar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lnSpc>
                <a:spcPct val="150000"/>
              </a:lnSpc>
              <a:spcBef>
                <a:spcPts val="0"/>
              </a:spcBef>
              <a:spcAft>
                <a:spcPts val="0"/>
              </a:spcAft>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cxnSp>
        <p:nvCxnSpPr>
          <p:cNvPr id="1323" name="Google Shape;1323;p68"/>
          <p:cNvCxnSpPr/>
          <p:nvPr/>
        </p:nvCxnSpPr>
        <p:spPr>
          <a:xfrm>
            <a:off x="5638798" y="1685412"/>
            <a:ext cx="8194" cy="4334385"/>
          </a:xfrm>
          <a:prstGeom prst="straightConnector1">
            <a:avLst/>
          </a:prstGeom>
          <a:noFill/>
          <a:ln w="57150" cap="flat" cmpd="sng">
            <a:solidFill>
              <a:schemeClr val="lt1"/>
            </a:solidFill>
            <a:prstDash val="solid"/>
            <a:round/>
            <a:headEnd type="none" w="sm" len="sm"/>
            <a:tailEnd type="none" w="sm" len="sm"/>
          </a:ln>
        </p:spPr>
      </p:cxnSp>
      <p:sp>
        <p:nvSpPr>
          <p:cNvPr id="1324" name="Google Shape;1324;p68"/>
          <p:cNvSpPr txBox="1"/>
          <p:nvPr>
            <p:ph type="sldNum" idx="12"/>
          </p:nvPr>
        </p:nvSpPr>
        <p:spPr>
          <a:xfrm>
            <a:off x="11056815" y="6184167"/>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328" name="Shape 1328"/>
        <p:cNvGrpSpPr/>
        <p:nvPr/>
      </p:nvGrpSpPr>
      <p:grpSpPr>
        <a:xfrm>
          <a:off x="0" y="0"/>
          <a:ext cx="0" cy="0"/>
          <a:chOff x="0" y="0"/>
          <a:chExt cx="0" cy="0"/>
        </a:xfrm>
      </p:grpSpPr>
      <p:sp>
        <p:nvSpPr>
          <p:cNvPr id="1329" name="Google Shape;1329;p69"/>
          <p:cNvSpPr txBox="1"/>
          <p:nvPr/>
        </p:nvSpPr>
        <p:spPr>
          <a:xfrm>
            <a:off x="469900" y="400694"/>
            <a:ext cx="5352221"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3000">
                <a:solidFill>
                  <a:schemeClr val="lt1"/>
                </a:solidFill>
                <a:latin typeface="Century Gothic" panose="020B0502020202020204"/>
                <a:ea typeface="Century Gothic" panose="020B0502020202020204"/>
                <a:cs typeface="Century Gothic" panose="020B0502020202020204"/>
                <a:sym typeface="Century Gothic" panose="020B0502020202020204"/>
              </a:rPr>
              <a:t>Lessons learnt</a:t>
            </a:r>
            <a:endParaRPr sz="30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330" name="Google Shape;1330;p69"/>
          <p:cNvSpPr txBox="1"/>
          <p:nvPr/>
        </p:nvSpPr>
        <p:spPr>
          <a:xfrm>
            <a:off x="477446" y="1193800"/>
            <a:ext cx="9113813" cy="535531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Jeder hat seinen eigenen Arbeitsrhythmus</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Termin für gemeinsames Meeting finden</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Nicht alle Absprachen werden termingerecht eingehalten</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Es gibt Missverständnisse</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Gute Kommunikationseben gefunden</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Feste Termine für alle Teilnehmer</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Gute Kommunikation über Teams, auch außerhalb der festen Meetings</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Viel gewerksübergreifende Hilfestellung und allgemeine Unterstützung im Team</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spcBef>
                <a:spcPts val="0"/>
              </a:spcBef>
              <a:spcAft>
                <a:spcPts val="0"/>
              </a:spcAft>
              <a:buClr>
                <a:schemeClr val="lt1"/>
              </a:buClr>
              <a:buSzPts val="1800"/>
              <a:buFont typeface="Noto Sans Symbols"/>
              <a:buChar char="⮚"/>
            </a:pPr>
            <a:r>
              <a:rPr lang="de-DE" sz="1800">
                <a:solidFill>
                  <a:schemeClr val="lt1"/>
                </a:solidFill>
                <a:latin typeface="Century Gothic" panose="020B0502020202020204"/>
                <a:ea typeface="Century Gothic" panose="020B0502020202020204"/>
                <a:cs typeface="Century Gothic" panose="020B0502020202020204"/>
                <a:sym typeface="Century Gothic" panose="020B0502020202020204"/>
              </a:rPr>
              <a:t>Strukturiertes Arbeiten mit Unterstützung des Projektplanes als Leitfaden</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331" name="Google Shape;1331;p69"/>
          <p:cNvSpPr txBox="1"/>
          <p:nvPr>
            <p:ph type="sldNum" idx="12"/>
          </p:nvPr>
        </p:nvSpPr>
        <p:spPr>
          <a:xfrm>
            <a:off x="11007969" y="6242783"/>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335" name="Shape 1335"/>
        <p:cNvGrpSpPr/>
        <p:nvPr/>
      </p:nvGrpSpPr>
      <p:grpSpPr>
        <a:xfrm>
          <a:off x="0" y="0"/>
          <a:ext cx="0" cy="0"/>
          <a:chOff x="0" y="0"/>
          <a:chExt cx="0" cy="0"/>
        </a:xfrm>
      </p:grpSpPr>
      <p:sp>
        <p:nvSpPr>
          <p:cNvPr id="1336" name="Google Shape;1336;p70"/>
          <p:cNvSpPr txBox="1"/>
          <p:nvPr>
            <p:ph type="title"/>
          </p:nvPr>
        </p:nvSpPr>
        <p:spPr>
          <a:xfrm>
            <a:off x="4231745" y="2438398"/>
            <a:ext cx="8534400" cy="150706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entury Gothic" panose="020B0502020202020204"/>
              <a:buNone/>
            </a:pPr>
            <a:r>
              <a:rPr lang="de-DE"/>
              <a:t>VIELEN DANK</a:t>
            </a:r>
            <a:endParaRPr lang="de-DE"/>
          </a:p>
        </p:txBody>
      </p:sp>
      <p:sp>
        <p:nvSpPr>
          <p:cNvPr id="1337" name="Google Shape;1337;p70"/>
          <p:cNvSpPr txBox="1"/>
          <p:nvPr>
            <p:ph type="sldNum" idx="12"/>
          </p:nvPr>
        </p:nvSpPr>
        <p:spPr>
          <a:xfrm>
            <a:off x="11086123" y="6252552"/>
            <a:ext cx="1142245" cy="6699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fld>
            <a:endParaRPr lang="de-DE"/>
          </a:p>
        </p:txBody>
      </p:sp>
    </p:spTree>
  </p:cSld>
  <p:clrMapOvr>
    <a:masterClrMapping/>
  </p:clrMapOvr>
</p:sld>
</file>

<file path=ppt/theme/theme1.xml><?xml version="1.0" encoding="utf-8"?>
<a:theme xmlns:a="http://schemas.openxmlformats.org/drawingml/2006/main" name="Slice">
  <a:themeElements>
    <a:clrScheme name="Slice">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lice">
  <a:themeElements>
    <a:clrScheme name="Slice">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lice">
  <a:themeElements>
    <a:clrScheme name="Slice">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10157</Words>
  <Application>WPS Presentation</Application>
  <PresentationFormat/>
  <Paragraphs>877</Paragraphs>
  <Slides>70</Slides>
  <Notes>0</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70</vt:i4>
      </vt:variant>
    </vt:vector>
  </HeadingPairs>
  <TitlesOfParts>
    <vt:vector size="86" baseType="lpstr">
      <vt:lpstr>Arial</vt:lpstr>
      <vt:lpstr>SimSun</vt:lpstr>
      <vt:lpstr>Wingdings</vt:lpstr>
      <vt:lpstr>Arial</vt:lpstr>
      <vt:lpstr>Century Gothic</vt:lpstr>
      <vt:lpstr>Noto Sans Symbols</vt:lpstr>
      <vt:lpstr>Thonburi</vt:lpstr>
      <vt:lpstr>Calibri</vt:lpstr>
      <vt:lpstr>Helvetica Neue</vt:lpstr>
      <vt:lpstr>Microsoft YaHei</vt:lpstr>
      <vt:lpstr>汉仪旗黑</vt:lpstr>
      <vt:lpstr>Arial Unicode MS</vt:lpstr>
      <vt:lpstr>宋体-简</vt:lpstr>
      <vt:lpstr>Slice</vt:lpstr>
      <vt:lpstr>1_Slice</vt:lpstr>
      <vt:lpstr>Slice</vt:lpstr>
      <vt:lpstr>ABLAUF</vt:lpstr>
      <vt:lpstr>PRÄSENTATION ZUM PROJEKT E7-PRO  “AUTOMATISIERUNG EINES STÜCKGUTPROZESSES“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KOMMUNIKATION </vt:lpstr>
      <vt:lpstr>PowerPoint 演示文稿</vt:lpstr>
      <vt:lpstr>PowerPoint 演示文稿</vt:lpstr>
      <vt:lpstr>ABLAGE_ZÄHLER</vt:lpstr>
      <vt:lpstr>PowerPoint 演示文稿</vt:lpstr>
      <vt:lpstr>SPS_AUTOMATIKBETRIEB</vt:lpstr>
      <vt:lpstr>ZUFALLSGENERATOR</vt:lpstr>
      <vt:lpstr>PowerPoint 演示文稿</vt:lpstr>
      <vt:lpstr>PowerPoint 演示文稿</vt:lpstr>
      <vt:lpstr>PowerPoint 演示文稿</vt:lpstr>
      <vt:lpstr>PowerPoint 演示文稿</vt:lpstr>
      <vt:lpstr>PowerPoint 演示文稿</vt:lpstr>
      <vt:lpstr>DIGITALE ZWILLINGE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DIE FARBE DER WERKSTÜCKE</vt:lpstr>
      <vt:lpstr>VORGEHENSWEISE</vt:lpstr>
      <vt:lpstr>UNGEWOLLTER FALL</vt:lpstr>
      <vt:lpstr>BEI DEM NÄCHSTEN DURCHLAUF</vt:lpstr>
      <vt:lpstr>BESSERE IDEE</vt:lpstr>
      <vt:lpstr> BLICK ÜBER VISUALISIERUNG UND CODE</vt:lpstr>
      <vt:lpstr>MAGAZIN</vt:lpstr>
      <vt:lpstr>AUSSCHIEBER</vt:lpstr>
      <vt:lpstr>PowerPoint 演示文稿</vt:lpstr>
      <vt:lpstr>LINEARACHSE</vt:lpstr>
      <vt:lpstr>PowerPoint 演示文稿</vt:lpstr>
      <vt:lpstr>                                     WINCC</vt:lpstr>
      <vt:lpstr>GEWERK: WINCC</vt:lpstr>
      <vt:lpstr>Wieso habe ich mich für dieses Gewerk entschieden?</vt:lpstr>
      <vt:lpstr>Wozu braucht man eine Visualisierung?</vt:lpstr>
      <vt:lpstr>Was ist das HMI?</vt:lpstr>
      <vt:lpstr>HMI</vt:lpstr>
      <vt:lpstr>ABLAUF DER VISUALISIERUNG</vt:lpstr>
      <vt:lpstr>Handbetrieb (Magazin)</vt:lpstr>
      <vt:lpstr>Handbetrieb (Schwenkarm)</vt:lpstr>
      <vt:lpstr>Handbetrieb (Linearachse)</vt:lpstr>
      <vt:lpstr>Handbetrieb (Greiferportal)</vt:lpstr>
      <vt:lpstr>Handbetrieb</vt:lpstr>
      <vt:lpstr>Automatikbetrieb</vt:lpstr>
      <vt:lpstr>Probleme und Schwierigkeiten</vt:lpstr>
      <vt:lpstr>NODE-RED? </vt:lpstr>
      <vt:lpstr>INSTALLATION:</vt:lpstr>
      <vt:lpstr>NODE-RED OBERFLÄCHE</vt:lpstr>
      <vt:lpstr>NODE-RED FEATURES</vt:lpstr>
      <vt:lpstr>VERBINDUNG MIT TIA-PORTAL</vt:lpstr>
      <vt:lpstr>PROGRAMMIEREN UND BIBLIOTHEKEN </vt:lpstr>
      <vt:lpstr>S7-NODES KONFIGURATION</vt:lpstr>
      <vt:lpstr>NODE RED VERRIEGELUNG</vt:lpstr>
      <vt:lpstr>HANDBETRIEB</vt:lpstr>
      <vt:lpstr>AUTOMATIKBETRIEB</vt:lpstr>
      <vt:lpstr> PRO</vt:lpstr>
      <vt:lpstr>PowerPoint 演示文稿</vt:lpstr>
      <vt:lpstr>VIELEN DANK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ABLAUF</dc:title>
  <dc:creator>Asaad Askar</dc:creator>
  <cp:lastModifiedBy>Asaad Askar</cp:lastModifiedBy>
  <cp:revision>2</cp:revision>
  <dcterms:created xsi:type="dcterms:W3CDTF">2026-08-28T10:11:56Z</dcterms:created>
  <dcterms:modified xsi:type="dcterms:W3CDTF">2026-08-28T10:11:56Z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0x0101004CD9DBAEFF72324098889D2B7F0D7FB4</vt:lpwstr>
  </property>
  <property fmtid="{D5CDD505-2E9C-101B-9397-08002B2CF9AE}" pid="3" name="ICV">
    <vt:lpwstr>09D2F93E39A79C63DB5E916A0543EF41_42</vt:lpwstr>
  </property>
  <property fmtid="{D5CDD505-2E9C-101B-9397-08002B2CF9AE}" pid="4" name="KSOProductBuildVer">
    <vt:lpwstr>1033-12.1.26050.26050</vt:lpwstr>
  </property>
</Properties>
</file>